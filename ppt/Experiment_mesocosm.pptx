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799763" cy="19799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7335"/>
    <a:srgbClr val="04AC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14" y="-9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3240303"/>
            <a:ext cx="9179799" cy="6893090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10399217"/>
            <a:ext cx="8099822" cy="4780246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11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79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4936081"/>
            <a:ext cx="9314796" cy="82359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3249954"/>
            <a:ext cx="9314796" cy="4331095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03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5270647"/>
            <a:ext cx="4589899" cy="12562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5270647"/>
            <a:ext cx="4589899" cy="12562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99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054134"/>
            <a:ext cx="9314796" cy="38269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4853580"/>
            <a:ext cx="4568805" cy="237866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7232244"/>
            <a:ext cx="4568805" cy="10637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4853580"/>
            <a:ext cx="4591306" cy="237866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7232244"/>
            <a:ext cx="4591306" cy="10637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07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55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319953"/>
            <a:ext cx="3483205" cy="4619837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850737"/>
            <a:ext cx="5467380" cy="14070336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5939790"/>
            <a:ext cx="3483205" cy="11004196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46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319953"/>
            <a:ext cx="3483205" cy="4619837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850737"/>
            <a:ext cx="5467380" cy="14070336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5939790"/>
            <a:ext cx="3483205" cy="11004196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187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892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1054129"/>
            <a:ext cx="2328699" cy="16778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1054129"/>
            <a:ext cx="6851100" cy="16778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64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1054134"/>
            <a:ext cx="9314796" cy="3826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5270647"/>
            <a:ext cx="9314796" cy="12562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8351022"/>
            <a:ext cx="2429947" cy="1054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2BAE6-371C-4A47-AA89-4CC2D100DD22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8351022"/>
            <a:ext cx="3644920" cy="1054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8351022"/>
            <a:ext cx="2429947" cy="1054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68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41150A-2143-5878-7C59-AA2E0E7866DE}"/>
              </a:ext>
            </a:extLst>
          </p:cNvPr>
          <p:cNvSpPr txBox="1"/>
          <p:nvPr/>
        </p:nvSpPr>
        <p:spPr>
          <a:xfrm>
            <a:off x="1363547" y="559150"/>
            <a:ext cx="1930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NO</a:t>
            </a:r>
            <a:r>
              <a:rPr lang="en-GB" baseline="-25000" dirty="0"/>
              <a:t>3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+ seawater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A3BEE-3B4A-8C93-C938-98666A18BFDE}"/>
              </a:ext>
            </a:extLst>
          </p:cNvPr>
          <p:cNvSpPr txBox="1"/>
          <p:nvPr/>
        </p:nvSpPr>
        <p:spPr>
          <a:xfrm>
            <a:off x="3323905" y="548619"/>
            <a:ext cx="1930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PO</a:t>
            </a:r>
            <a:r>
              <a:rPr lang="en-GB" baseline="-25000" dirty="0"/>
              <a:t>4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+ seawater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8ECE4-1D37-0BC4-F3A4-FA950A0CA5AC}"/>
              </a:ext>
            </a:extLst>
          </p:cNvPr>
          <p:cNvSpPr txBox="1"/>
          <p:nvPr/>
        </p:nvSpPr>
        <p:spPr>
          <a:xfrm>
            <a:off x="5118169" y="548514"/>
            <a:ext cx="2145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Control </a:t>
            </a:r>
          </a:p>
          <a:p>
            <a:pPr algn="ctr"/>
            <a:r>
              <a:rPr lang="en-GB" dirty="0"/>
              <a:t>= seawater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C3F9734-C7EA-3254-F1F5-320ECE562D8D}"/>
              </a:ext>
            </a:extLst>
          </p:cNvPr>
          <p:cNvGrpSpPr/>
          <p:nvPr/>
        </p:nvGrpSpPr>
        <p:grpSpPr>
          <a:xfrm>
            <a:off x="7234539" y="1564091"/>
            <a:ext cx="2775916" cy="1360451"/>
            <a:chOff x="7970059" y="1117524"/>
            <a:chExt cx="2775916" cy="1360451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8EADCCA6-E39F-C6C2-CA47-46E14324F1BF}"/>
                </a:ext>
              </a:extLst>
            </p:cNvPr>
            <p:cNvGrpSpPr/>
            <p:nvPr/>
          </p:nvGrpSpPr>
          <p:grpSpPr>
            <a:xfrm>
              <a:off x="8137210" y="1117524"/>
              <a:ext cx="508335" cy="564154"/>
              <a:chOff x="7590937" y="791779"/>
              <a:chExt cx="564154" cy="660731"/>
            </a:xfrm>
          </p:grpSpPr>
          <p:pic>
            <p:nvPicPr>
              <p:cNvPr id="12" name="Graphic 11" descr="Seaweed with solid fill">
                <a:extLst>
                  <a:ext uri="{FF2B5EF4-FFF2-40B4-BE49-F238E27FC236}">
                    <a16:creationId xmlns:a16="http://schemas.microsoft.com/office/drawing/2014/main" id="{9E4CD82B-50C8-8BD7-B0DE-CF3226FA47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7590937" y="791779"/>
                <a:ext cx="564154" cy="564154"/>
              </a:xfrm>
              <a:prstGeom prst="rect">
                <a:avLst/>
              </a:prstGeom>
            </p:spPr>
          </p:pic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F1CB2A65-563A-654F-7F2D-11754D6291CE}"/>
                  </a:ext>
                </a:extLst>
              </p:cNvPr>
              <p:cNvSpPr/>
              <p:nvPr/>
            </p:nvSpPr>
            <p:spPr>
              <a:xfrm>
                <a:off x="7883945" y="1143782"/>
                <a:ext cx="245097" cy="30872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137" name="Picture 136" descr="A black line with a black background&#10;&#10;AI-generated content may be incorrect.">
              <a:extLst>
                <a:ext uri="{FF2B5EF4-FFF2-40B4-BE49-F238E27FC236}">
                  <a16:creationId xmlns:a16="http://schemas.microsoft.com/office/drawing/2014/main" id="{4ACEAD71-B5E0-F766-7683-90AE65E25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0059" y="1759129"/>
              <a:ext cx="718846" cy="718846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E109A26F-49C3-D82F-6AC6-5527E21D8DD1}"/>
                </a:ext>
              </a:extLst>
            </p:cNvPr>
            <p:cNvSpPr txBox="1"/>
            <p:nvPr/>
          </p:nvSpPr>
          <p:spPr>
            <a:xfrm>
              <a:off x="8635117" y="1117524"/>
              <a:ext cx="2110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Young sugar kelp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47C3E14-27F8-A618-A343-2116EFF055B2}"/>
                </a:ext>
              </a:extLst>
            </p:cNvPr>
            <p:cNvSpPr txBox="1"/>
            <p:nvPr/>
          </p:nvSpPr>
          <p:spPr>
            <a:xfrm>
              <a:off x="8626153" y="1996062"/>
              <a:ext cx="2110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Old sugar kelp</a:t>
              </a:r>
            </a:p>
          </p:txBody>
        </p:sp>
      </p:grpSp>
      <p:sp>
        <p:nvSpPr>
          <p:cNvPr id="86" name="Cylinder 85">
            <a:extLst>
              <a:ext uri="{FF2B5EF4-FFF2-40B4-BE49-F238E27FC236}">
                <a16:creationId xmlns:a16="http://schemas.microsoft.com/office/drawing/2014/main" id="{0A649393-9D5D-385D-A33E-EF2953CCC567}"/>
              </a:ext>
            </a:extLst>
          </p:cNvPr>
          <p:cNvSpPr/>
          <p:nvPr/>
        </p:nvSpPr>
        <p:spPr>
          <a:xfrm>
            <a:off x="5430254" y="1200714"/>
            <a:ext cx="1593130" cy="2026763"/>
          </a:xfrm>
          <a:prstGeom prst="ca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B2A9C75-77FF-F781-B2C6-FD65B881767C}"/>
              </a:ext>
            </a:extLst>
          </p:cNvPr>
          <p:cNvGrpSpPr/>
          <p:nvPr/>
        </p:nvGrpSpPr>
        <p:grpSpPr>
          <a:xfrm>
            <a:off x="5496142" y="1933423"/>
            <a:ext cx="780725" cy="387037"/>
            <a:chOff x="6863972" y="1252590"/>
            <a:chExt cx="780725" cy="479069"/>
          </a:xfrm>
          <a:noFill/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3EB48D5-5CDD-A671-C801-1C6B7A25D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3972" y="1252590"/>
              <a:ext cx="475925" cy="475925"/>
            </a:xfrm>
            <a:prstGeom prst="rect">
              <a:avLst/>
            </a:prstGeom>
            <a:grpFill/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3D9ED1F-BEAD-8E89-F501-0CB6D49BF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6372" y="1254160"/>
              <a:ext cx="475925" cy="475925"/>
            </a:xfrm>
            <a:prstGeom prst="rect">
              <a:avLst/>
            </a:prstGeom>
            <a:grpFill/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BDD8527-8F05-40F9-C474-01966B5EA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8772" y="1255734"/>
              <a:ext cx="475925" cy="475925"/>
            </a:xfrm>
            <a:prstGeom prst="rect">
              <a:avLst/>
            </a:prstGeom>
            <a:grpFill/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5C138D6-2E87-CCC0-0126-E43290538055}"/>
              </a:ext>
            </a:extLst>
          </p:cNvPr>
          <p:cNvGrpSpPr/>
          <p:nvPr/>
        </p:nvGrpSpPr>
        <p:grpSpPr>
          <a:xfrm>
            <a:off x="6157589" y="1934690"/>
            <a:ext cx="780725" cy="387037"/>
            <a:chOff x="6863972" y="1252590"/>
            <a:chExt cx="780725" cy="479069"/>
          </a:xfrm>
          <a:noFill/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3CF707A-59C2-DCE4-5A0E-44E683F40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3972" y="1252590"/>
              <a:ext cx="475925" cy="475925"/>
            </a:xfrm>
            <a:prstGeom prst="rect">
              <a:avLst/>
            </a:prstGeom>
            <a:grpFill/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77CEA0CD-F9C7-1CA4-FD86-5D15AED92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6372" y="1254160"/>
              <a:ext cx="475925" cy="475925"/>
            </a:xfrm>
            <a:prstGeom prst="rect">
              <a:avLst/>
            </a:prstGeom>
            <a:grpFill/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0325D1AA-FAB4-5904-CAF4-C4A7A4476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8772" y="1255734"/>
              <a:ext cx="475925" cy="475925"/>
            </a:xfrm>
            <a:prstGeom prst="rect">
              <a:avLst/>
            </a:prstGeom>
            <a:grpFill/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E4E2BC1-1660-F639-F592-F386EA56D7BF}"/>
              </a:ext>
            </a:extLst>
          </p:cNvPr>
          <p:cNvGrpSpPr/>
          <p:nvPr/>
        </p:nvGrpSpPr>
        <p:grpSpPr>
          <a:xfrm>
            <a:off x="5450579" y="2361181"/>
            <a:ext cx="1442172" cy="388304"/>
            <a:chOff x="6863972" y="1252590"/>
            <a:chExt cx="1442172" cy="480637"/>
          </a:xfrm>
          <a:noFill/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25C5720-B364-A539-A70B-41C70C6035F1}"/>
                </a:ext>
              </a:extLst>
            </p:cNvPr>
            <p:cNvGrpSpPr/>
            <p:nvPr/>
          </p:nvGrpSpPr>
          <p:grpSpPr>
            <a:xfrm>
              <a:off x="6863972" y="1252590"/>
              <a:ext cx="780725" cy="479069"/>
              <a:chOff x="6863972" y="1252590"/>
              <a:chExt cx="780725" cy="479069"/>
            </a:xfrm>
            <a:grpFill/>
          </p:grpSpPr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A2621B22-0B4F-DDC2-E9B4-7BA1EAED72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04" name="Picture 103">
                <a:extLst>
                  <a:ext uri="{FF2B5EF4-FFF2-40B4-BE49-F238E27FC236}">
                    <a16:creationId xmlns:a16="http://schemas.microsoft.com/office/drawing/2014/main" id="{870CA607-C7E4-6415-B45C-FAF8CD2090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8ECA0F2F-AEB8-B1B8-5FC9-3EA039B56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880BCA4-B5AB-12A3-CB53-01DC0E9F2147}"/>
                </a:ext>
              </a:extLst>
            </p:cNvPr>
            <p:cNvGrpSpPr/>
            <p:nvPr/>
          </p:nvGrpSpPr>
          <p:grpSpPr>
            <a:xfrm>
              <a:off x="7525419" y="1254158"/>
              <a:ext cx="780725" cy="479069"/>
              <a:chOff x="6863972" y="1252590"/>
              <a:chExt cx="780725" cy="479069"/>
            </a:xfrm>
            <a:grpFill/>
          </p:grpSpPr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42366CF3-4A7C-7203-653D-024D5238D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01" name="Picture 100">
                <a:extLst>
                  <a:ext uri="{FF2B5EF4-FFF2-40B4-BE49-F238E27FC236}">
                    <a16:creationId xmlns:a16="http://schemas.microsoft.com/office/drawing/2014/main" id="{0C5AD5D4-E703-5A87-4B74-C6E0EF3AEE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692FD55E-F0B5-86E2-EBCB-80DBDE5DF9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1967E52-0303-DD20-7116-73ED780DAA83}"/>
              </a:ext>
            </a:extLst>
          </p:cNvPr>
          <p:cNvGrpSpPr/>
          <p:nvPr/>
        </p:nvGrpSpPr>
        <p:grpSpPr>
          <a:xfrm>
            <a:off x="5471003" y="2766090"/>
            <a:ext cx="1442172" cy="388304"/>
            <a:chOff x="6863972" y="1252590"/>
            <a:chExt cx="1442172" cy="480637"/>
          </a:xfrm>
          <a:noFill/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7227A9E-D322-F597-7516-0A8184F6FB4E}"/>
                </a:ext>
              </a:extLst>
            </p:cNvPr>
            <p:cNvGrpSpPr/>
            <p:nvPr/>
          </p:nvGrpSpPr>
          <p:grpSpPr>
            <a:xfrm>
              <a:off x="6863972" y="1252590"/>
              <a:ext cx="780725" cy="479069"/>
              <a:chOff x="6863972" y="1252590"/>
              <a:chExt cx="780725" cy="479069"/>
            </a:xfrm>
            <a:grpFill/>
          </p:grpSpPr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AC5EAFAE-B3B8-87A4-E46B-B9F05E36F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A5992C29-1392-C340-7FC2-889DC6BC9B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68DA632D-35DC-E574-0D06-F3ABA83FC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2BE3AD7F-D798-4387-5FFB-9D1204352170}"/>
                </a:ext>
              </a:extLst>
            </p:cNvPr>
            <p:cNvGrpSpPr/>
            <p:nvPr/>
          </p:nvGrpSpPr>
          <p:grpSpPr>
            <a:xfrm>
              <a:off x="7525419" y="1254158"/>
              <a:ext cx="780725" cy="479069"/>
              <a:chOff x="6863972" y="1252590"/>
              <a:chExt cx="780725" cy="479069"/>
            </a:xfrm>
            <a:grpFill/>
          </p:grpSpPr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4B16D82E-3A06-F9D6-D7F4-3B1F84D765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293B7C91-D1C0-138C-AEF8-43A9CC296D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C709BFB4-AB3B-D0C1-11E2-936650A22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6B12BEA-07F7-075A-3CD5-881040DF6FF5}"/>
              </a:ext>
            </a:extLst>
          </p:cNvPr>
          <p:cNvGrpSpPr/>
          <p:nvPr/>
        </p:nvGrpSpPr>
        <p:grpSpPr>
          <a:xfrm>
            <a:off x="5412391" y="1494341"/>
            <a:ext cx="1664664" cy="388737"/>
            <a:chOff x="2315216" y="3522512"/>
            <a:chExt cx="2077354" cy="515339"/>
          </a:xfrm>
          <a:noFill/>
        </p:grpSpPr>
        <p:pic>
          <p:nvPicPr>
            <p:cNvPr id="156" name="Picture 155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425E043E-B77A-9F10-6717-AACE0CA75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315216" y="3540153"/>
              <a:ext cx="402182" cy="409586"/>
            </a:xfrm>
            <a:prstGeom prst="rect">
              <a:avLst/>
            </a:prstGeom>
            <a:grpFill/>
          </p:spPr>
        </p:pic>
        <p:pic>
          <p:nvPicPr>
            <p:cNvPr id="161" name="Picture 160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BD058E5B-1D42-F725-FC7D-A32725B23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571395" y="3628265"/>
              <a:ext cx="402182" cy="409586"/>
            </a:xfrm>
            <a:prstGeom prst="rect">
              <a:avLst/>
            </a:prstGeom>
            <a:grpFill/>
          </p:spPr>
        </p:pic>
        <p:pic>
          <p:nvPicPr>
            <p:cNvPr id="162" name="Picture 161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6BC98752-013B-CE7E-53A4-0ABD288DB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3990388" y="3522512"/>
              <a:ext cx="402182" cy="409586"/>
            </a:xfrm>
            <a:prstGeom prst="rect">
              <a:avLst/>
            </a:prstGeom>
            <a:grpFill/>
          </p:spPr>
        </p:pic>
        <p:pic>
          <p:nvPicPr>
            <p:cNvPr id="163" name="Picture 162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6342AB51-ADB6-D405-98F0-09A2973B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3738662" y="3607167"/>
              <a:ext cx="402182" cy="409586"/>
            </a:xfrm>
            <a:prstGeom prst="rect">
              <a:avLst/>
            </a:prstGeom>
            <a:grpFill/>
          </p:spPr>
        </p:pic>
      </p:grpSp>
      <p:sp>
        <p:nvSpPr>
          <p:cNvPr id="59" name="Cylinder 58">
            <a:extLst>
              <a:ext uri="{FF2B5EF4-FFF2-40B4-BE49-F238E27FC236}">
                <a16:creationId xmlns:a16="http://schemas.microsoft.com/office/drawing/2014/main" id="{D87BBBA1-B918-1005-3CA4-8B7C9439DF88}"/>
              </a:ext>
            </a:extLst>
          </p:cNvPr>
          <p:cNvSpPr/>
          <p:nvPr/>
        </p:nvSpPr>
        <p:spPr>
          <a:xfrm>
            <a:off x="3477066" y="1199994"/>
            <a:ext cx="1593130" cy="2026763"/>
          </a:xfrm>
          <a:prstGeom prst="ca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6A29DF5-40C1-E613-1ADB-7C419C7D3A96}"/>
              </a:ext>
            </a:extLst>
          </p:cNvPr>
          <p:cNvGrpSpPr/>
          <p:nvPr/>
        </p:nvGrpSpPr>
        <p:grpSpPr>
          <a:xfrm>
            <a:off x="3531839" y="1942303"/>
            <a:ext cx="764699" cy="377899"/>
            <a:chOff x="2450407" y="1393645"/>
            <a:chExt cx="764699" cy="467758"/>
          </a:xfrm>
          <a:noFill/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08219D2-5C42-9B6C-9B29-C859A3146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0407" y="1399936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6C0032E-FE5C-6C5B-26EB-8ADC84E5A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2807" y="1401504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91BD467-E14B-BC83-A571-3EC710388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207" y="1393645"/>
              <a:ext cx="459899" cy="459899"/>
            </a:xfrm>
            <a:prstGeom prst="rect">
              <a:avLst/>
            </a:prstGeom>
            <a:grpFill/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12E55A1-99EE-7041-E5D7-FB5B7FC4A5BF}"/>
              </a:ext>
            </a:extLst>
          </p:cNvPr>
          <p:cNvGrpSpPr/>
          <p:nvPr/>
        </p:nvGrpSpPr>
        <p:grpSpPr>
          <a:xfrm>
            <a:off x="4221566" y="1935954"/>
            <a:ext cx="764699" cy="377899"/>
            <a:chOff x="2450407" y="1393645"/>
            <a:chExt cx="764699" cy="467758"/>
          </a:xfrm>
          <a:noFill/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9C896048-33D8-FFD2-42EE-98EEE6EC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0407" y="1399936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445A9FC-BE9C-D931-324E-AF9C4B3D3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2807" y="1401504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9F321FFA-2868-ACA8-E76D-0E9B68204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207" y="1393645"/>
              <a:ext cx="459899" cy="459899"/>
            </a:xfrm>
            <a:prstGeom prst="rect">
              <a:avLst/>
            </a:prstGeom>
            <a:grpFill/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BE74ECF-88E0-C767-4D52-6E855199F358}"/>
              </a:ext>
            </a:extLst>
          </p:cNvPr>
          <p:cNvGrpSpPr/>
          <p:nvPr/>
        </p:nvGrpSpPr>
        <p:grpSpPr>
          <a:xfrm>
            <a:off x="3518359" y="2355052"/>
            <a:ext cx="1454426" cy="384248"/>
            <a:chOff x="4907441" y="1906104"/>
            <a:chExt cx="1454426" cy="475617"/>
          </a:xfrm>
          <a:noFill/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F76EFA0-C5FA-B906-E486-DC903ED20ACA}"/>
                </a:ext>
              </a:extLst>
            </p:cNvPr>
            <p:cNvGrpSpPr/>
            <p:nvPr/>
          </p:nvGrpSpPr>
          <p:grpSpPr>
            <a:xfrm>
              <a:off x="4907441" y="1913963"/>
              <a:ext cx="764699" cy="467758"/>
              <a:chOff x="2450407" y="1393645"/>
              <a:chExt cx="764699" cy="467758"/>
            </a:xfrm>
            <a:grpFill/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4C8F4AEC-8217-6C6B-CF05-DE29FB3B59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F7E2F5FE-826B-351E-3B3E-088B0B65CE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763D6363-1E15-4634-06B5-B033464D0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32E8AD9-5CB5-D79F-F83E-B09FD7C329DF}"/>
                </a:ext>
              </a:extLst>
            </p:cNvPr>
            <p:cNvGrpSpPr/>
            <p:nvPr/>
          </p:nvGrpSpPr>
          <p:grpSpPr>
            <a:xfrm>
              <a:off x="5597168" y="1906104"/>
              <a:ext cx="764699" cy="467758"/>
              <a:chOff x="2450407" y="1393645"/>
              <a:chExt cx="764699" cy="467758"/>
            </a:xfrm>
            <a:grpFill/>
          </p:grpSpPr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62659E0A-8633-0ED4-9626-C43EE7B0A6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BD84BAF6-3070-5E8F-9FB0-6A6FA16DBF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BC20C9FA-AC9F-321A-A1F3-B879F41EF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A19BFB0-4C83-D7C8-ACFA-5CDE4FDA0F17}"/>
              </a:ext>
            </a:extLst>
          </p:cNvPr>
          <p:cNvGrpSpPr/>
          <p:nvPr/>
        </p:nvGrpSpPr>
        <p:grpSpPr>
          <a:xfrm>
            <a:off x="3523983" y="2766084"/>
            <a:ext cx="1454426" cy="386782"/>
            <a:chOff x="4986910" y="1376355"/>
            <a:chExt cx="1454426" cy="478753"/>
          </a:xfrm>
          <a:noFill/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776C555-C8A8-5157-E27A-FB5AC7F1C36E}"/>
                </a:ext>
              </a:extLst>
            </p:cNvPr>
            <p:cNvGrpSpPr/>
            <p:nvPr/>
          </p:nvGrpSpPr>
          <p:grpSpPr>
            <a:xfrm>
              <a:off x="4986910" y="1376355"/>
              <a:ext cx="764699" cy="467758"/>
              <a:chOff x="2450407" y="1393645"/>
              <a:chExt cx="764699" cy="467758"/>
            </a:xfrm>
            <a:grpFill/>
          </p:grpSpPr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CB6C9C32-E923-D8E1-B88C-0E68025F54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4E18B045-7142-EFAD-9A6F-234EF85AA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B113611F-9B20-EFF0-DC77-299E9AC9B0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0964896-87FD-2A77-BFE1-62C9C68CF020}"/>
                </a:ext>
              </a:extLst>
            </p:cNvPr>
            <p:cNvGrpSpPr/>
            <p:nvPr/>
          </p:nvGrpSpPr>
          <p:grpSpPr>
            <a:xfrm>
              <a:off x="5676637" y="1387350"/>
              <a:ext cx="764699" cy="467758"/>
              <a:chOff x="2450407" y="1412499"/>
              <a:chExt cx="764699" cy="467758"/>
            </a:xfrm>
            <a:grpFill/>
          </p:grpSpPr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A16C21DA-5A1D-0D18-A9CA-A13CCBCB02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418790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5072A27A-BD91-4838-9183-1965C2895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20358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9A8BA322-F744-274C-A661-0A215D8A0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412499"/>
                <a:ext cx="459899" cy="459899"/>
              </a:xfrm>
              <a:prstGeom prst="rect">
                <a:avLst/>
              </a:prstGeom>
              <a:grpFill/>
            </p:spPr>
          </p:pic>
        </p:grpSp>
      </p:grpSp>
      <p:pic>
        <p:nvPicPr>
          <p:cNvPr id="160" name="Picture 159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4E8471DB-A27A-062F-F04A-6EB6CBAFE8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133" y="1492400"/>
            <a:ext cx="313694" cy="313694"/>
          </a:xfrm>
          <a:prstGeom prst="rect">
            <a:avLst/>
          </a:prstGeom>
          <a:noFill/>
        </p:spPr>
      </p:pic>
      <p:pic>
        <p:nvPicPr>
          <p:cNvPr id="167" name="Picture 166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CC593367-0551-586D-2D8B-4DEF36E775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065" y="1559736"/>
            <a:ext cx="313694" cy="313694"/>
          </a:xfrm>
          <a:prstGeom prst="rect">
            <a:avLst/>
          </a:prstGeom>
          <a:noFill/>
        </p:spPr>
      </p:pic>
      <p:pic>
        <p:nvPicPr>
          <p:cNvPr id="168" name="Picture 167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A64828F2-F722-7B66-0F6B-4C7108F5CF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459" y="1550458"/>
            <a:ext cx="313694" cy="313694"/>
          </a:xfrm>
          <a:prstGeom prst="rect">
            <a:avLst/>
          </a:prstGeom>
          <a:noFill/>
        </p:spPr>
      </p:pic>
      <p:pic>
        <p:nvPicPr>
          <p:cNvPr id="169" name="Picture 168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4A4C4FAF-4912-F2EB-3615-357CEA67EB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938" y="1500244"/>
            <a:ext cx="313694" cy="313694"/>
          </a:xfrm>
          <a:prstGeom prst="rect">
            <a:avLst/>
          </a:prstGeom>
          <a:noFill/>
        </p:spPr>
      </p:pic>
      <p:sp>
        <p:nvSpPr>
          <p:cNvPr id="2" name="Cylinder 1">
            <a:extLst>
              <a:ext uri="{FF2B5EF4-FFF2-40B4-BE49-F238E27FC236}">
                <a16:creationId xmlns:a16="http://schemas.microsoft.com/office/drawing/2014/main" id="{D07FC0D7-B3E7-ED40-CF08-A1A172C5864A}"/>
              </a:ext>
            </a:extLst>
          </p:cNvPr>
          <p:cNvSpPr/>
          <p:nvPr/>
        </p:nvSpPr>
        <p:spPr>
          <a:xfrm>
            <a:off x="1514373" y="1200714"/>
            <a:ext cx="1593130" cy="2026763"/>
          </a:xfrm>
          <a:prstGeom prst="ca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A08ECC-910F-8FD9-E1AE-781EC82B7067}"/>
              </a:ext>
            </a:extLst>
          </p:cNvPr>
          <p:cNvGrpSpPr/>
          <p:nvPr/>
        </p:nvGrpSpPr>
        <p:grpSpPr>
          <a:xfrm>
            <a:off x="1531881" y="2760839"/>
            <a:ext cx="1438717" cy="382976"/>
            <a:chOff x="3790019" y="2499541"/>
            <a:chExt cx="1438717" cy="474042"/>
          </a:xfrm>
          <a:noFill/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48A396C-8592-B58A-57FD-70875DBEE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0019" y="2507396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E806F74-F2CE-2E56-E2B5-88111ABB6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2419" y="2499541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6FB24BF-8859-4E94-596D-85E55D7DB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4819" y="2501111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166E828-48EF-FD5C-7728-3FAF7086D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4037" y="2512112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72355DE-65A1-A90A-4925-B027F6B8B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6437" y="2513684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E6C5B68-7352-1D22-D8CA-B1052BC14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8837" y="2505823"/>
              <a:ext cx="459899" cy="459899"/>
            </a:xfrm>
            <a:prstGeom prst="rect">
              <a:avLst/>
            </a:prstGeom>
            <a:grpFill/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8476FE7-0E58-8CEE-7E5A-AC3328147420}"/>
              </a:ext>
            </a:extLst>
          </p:cNvPr>
          <p:cNvGrpSpPr/>
          <p:nvPr/>
        </p:nvGrpSpPr>
        <p:grpSpPr>
          <a:xfrm>
            <a:off x="1561730" y="2348311"/>
            <a:ext cx="1438717" cy="380437"/>
            <a:chOff x="3790019" y="2496396"/>
            <a:chExt cx="1438717" cy="470899"/>
          </a:xfrm>
          <a:noFill/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BCB3125-1231-F012-3D4E-F18F9056B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0019" y="2507396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463F285-5724-6B53-A0FA-368A52343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2419" y="2499541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F875148-FB63-2138-C72F-163EE84FB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4819" y="2501111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07948AC-5756-B57E-D659-1FCA0B6CF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4037" y="2502685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268788C-FB12-A43A-41F3-A7D7D7FE5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6437" y="2504257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1618E53-6B80-631C-2F5A-60F4383AD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8837" y="2496396"/>
              <a:ext cx="459899" cy="459899"/>
            </a:xfrm>
            <a:prstGeom prst="rect">
              <a:avLst/>
            </a:prstGeom>
            <a:grpFill/>
          </p:spPr>
        </p:pic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AD13391-6977-D4DF-2499-5EA170AA45B3}"/>
              </a:ext>
            </a:extLst>
          </p:cNvPr>
          <p:cNvGrpSpPr/>
          <p:nvPr/>
        </p:nvGrpSpPr>
        <p:grpSpPr>
          <a:xfrm>
            <a:off x="1563303" y="1925632"/>
            <a:ext cx="764699" cy="377896"/>
            <a:chOff x="1563303" y="1925632"/>
            <a:chExt cx="764699" cy="377896"/>
          </a:xfrm>
          <a:noFill/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A521B6E4-29DA-991E-BD3C-F04D5EB93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3303" y="1931978"/>
              <a:ext cx="459899" cy="371550"/>
            </a:xfrm>
            <a:prstGeom prst="rect">
              <a:avLst/>
            </a:prstGeom>
            <a:grpFill/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7290485-8C61-47CD-2A1E-80370E94D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5703" y="1925632"/>
              <a:ext cx="459899" cy="371550"/>
            </a:xfrm>
            <a:prstGeom prst="rect">
              <a:avLst/>
            </a:prstGeom>
            <a:grpFill/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40473D3-756E-FBD2-A882-F201AF93F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8103" y="1926900"/>
              <a:ext cx="459899" cy="371550"/>
            </a:xfrm>
            <a:prstGeom prst="rect">
              <a:avLst/>
            </a:prstGeom>
            <a:grpFill/>
          </p:spPr>
        </p:pic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7A3DACDF-8691-AFB3-29DE-6F1A86AA45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321" y="1928172"/>
            <a:ext cx="459899" cy="371550"/>
          </a:xfrm>
          <a:prstGeom prst="rect">
            <a:avLst/>
          </a:prstGeom>
          <a:noFill/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FC7126B-7478-6777-4628-09324F7A41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721" y="1929442"/>
            <a:ext cx="459899" cy="371550"/>
          </a:xfrm>
          <a:prstGeom prst="rect">
            <a:avLst/>
          </a:prstGeom>
          <a:noFill/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9F356E7-CA84-A4EF-E871-D654AF8E56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121" y="1923091"/>
            <a:ext cx="459899" cy="371550"/>
          </a:xfrm>
          <a:prstGeom prst="rect">
            <a:avLst/>
          </a:prstGeom>
          <a:noFill/>
        </p:spPr>
      </p:pic>
      <p:pic>
        <p:nvPicPr>
          <p:cNvPr id="158" name="Picture 157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DCDDC600-67FA-8C51-A371-ED878BBBEA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893" y="1503507"/>
            <a:ext cx="313694" cy="313694"/>
          </a:xfrm>
          <a:prstGeom prst="rect">
            <a:avLst/>
          </a:prstGeom>
          <a:noFill/>
        </p:spPr>
      </p:pic>
      <p:pic>
        <p:nvPicPr>
          <p:cNvPr id="170" name="Picture 169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24FB95B0-39A7-AF9B-8D91-597D09F437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926" y="1549578"/>
            <a:ext cx="313694" cy="313694"/>
          </a:xfrm>
          <a:prstGeom prst="rect">
            <a:avLst/>
          </a:prstGeom>
          <a:noFill/>
        </p:spPr>
      </p:pic>
      <p:pic>
        <p:nvPicPr>
          <p:cNvPr id="171" name="Picture 170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2D229E95-BA42-2E28-A58D-C084A9F20A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083" y="1487866"/>
            <a:ext cx="313694" cy="313694"/>
          </a:xfrm>
          <a:prstGeom prst="rect">
            <a:avLst/>
          </a:prstGeom>
          <a:noFill/>
        </p:spPr>
      </p:pic>
      <p:pic>
        <p:nvPicPr>
          <p:cNvPr id="172" name="Picture 171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15166E57-F357-E7B9-04EC-6E22EBF68E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874" y="1565835"/>
            <a:ext cx="313694" cy="313694"/>
          </a:xfrm>
          <a:prstGeom prst="rect">
            <a:avLst/>
          </a:prstGeom>
          <a:noFill/>
        </p:spPr>
      </p:pic>
      <p:sp>
        <p:nvSpPr>
          <p:cNvPr id="173" name="Cylinder 172">
            <a:extLst>
              <a:ext uri="{FF2B5EF4-FFF2-40B4-BE49-F238E27FC236}">
                <a16:creationId xmlns:a16="http://schemas.microsoft.com/office/drawing/2014/main" id="{F1350CB5-31C5-6D8E-CB5E-028338FDC2DE}"/>
              </a:ext>
            </a:extLst>
          </p:cNvPr>
          <p:cNvSpPr/>
          <p:nvPr/>
        </p:nvSpPr>
        <p:spPr>
          <a:xfrm>
            <a:off x="1510648" y="4399058"/>
            <a:ext cx="1593130" cy="202676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83B61DA-2175-96B3-72E4-2C30CEB86BB7}"/>
              </a:ext>
            </a:extLst>
          </p:cNvPr>
          <p:cNvSpPr txBox="1"/>
          <p:nvPr/>
        </p:nvSpPr>
        <p:spPr>
          <a:xfrm>
            <a:off x="3043705" y="30387"/>
            <a:ext cx="2423454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Enrichment phase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7ADF1DB-D1AB-267D-26E3-549E43CEDDD1}"/>
              </a:ext>
            </a:extLst>
          </p:cNvPr>
          <p:cNvSpPr txBox="1"/>
          <p:nvPr/>
        </p:nvSpPr>
        <p:spPr>
          <a:xfrm>
            <a:off x="3043705" y="3684375"/>
            <a:ext cx="2423454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Experimental phase</a:t>
            </a:r>
          </a:p>
        </p:txBody>
      </p:sp>
      <p:sp>
        <p:nvSpPr>
          <p:cNvPr id="179" name="Cylinder 178">
            <a:extLst>
              <a:ext uri="{FF2B5EF4-FFF2-40B4-BE49-F238E27FC236}">
                <a16:creationId xmlns:a16="http://schemas.microsoft.com/office/drawing/2014/main" id="{40037C9B-F48B-4D2A-BFA6-84395EC83601}"/>
              </a:ext>
            </a:extLst>
          </p:cNvPr>
          <p:cNvSpPr/>
          <p:nvPr/>
        </p:nvSpPr>
        <p:spPr>
          <a:xfrm>
            <a:off x="1514190" y="6965980"/>
            <a:ext cx="1593130" cy="202676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34DFEFF-4B3E-FC01-D734-1BFDE0569AF0}"/>
              </a:ext>
            </a:extLst>
          </p:cNvPr>
          <p:cNvSpPr txBox="1"/>
          <p:nvPr/>
        </p:nvSpPr>
        <p:spPr>
          <a:xfrm>
            <a:off x="7886553" y="5257732"/>
            <a:ext cx="211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High turbulence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41B042D-B8CC-3FFF-E64E-6D6390D03BE9}"/>
              </a:ext>
            </a:extLst>
          </p:cNvPr>
          <p:cNvSpPr txBox="1"/>
          <p:nvPr/>
        </p:nvSpPr>
        <p:spPr>
          <a:xfrm>
            <a:off x="7629525" y="7663277"/>
            <a:ext cx="2301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Medium turbulence</a:t>
            </a:r>
          </a:p>
        </p:txBody>
      </p:sp>
      <p:pic>
        <p:nvPicPr>
          <p:cNvPr id="260" name="Picture 259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4C121F3F-C8D3-65C5-B6B2-EB13EEBDE1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364" y="1595173"/>
            <a:ext cx="313694" cy="313694"/>
          </a:xfrm>
          <a:prstGeom prst="rect">
            <a:avLst/>
          </a:prstGeom>
          <a:noFill/>
        </p:spPr>
      </p:pic>
      <p:pic>
        <p:nvPicPr>
          <p:cNvPr id="261" name="Picture 260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B91138EA-E028-EFA9-EE70-8C94713588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965" y="1588082"/>
            <a:ext cx="313694" cy="313694"/>
          </a:xfrm>
          <a:prstGeom prst="rect">
            <a:avLst/>
          </a:prstGeom>
          <a:noFill/>
        </p:spPr>
      </p:pic>
      <p:pic>
        <p:nvPicPr>
          <p:cNvPr id="262" name="Picture 261" descr="A yellow lines on a black background&#10;&#10;AI-generated content may be incorrect.">
            <a:extLst>
              <a:ext uri="{FF2B5EF4-FFF2-40B4-BE49-F238E27FC236}">
                <a16:creationId xmlns:a16="http://schemas.microsoft.com/office/drawing/2014/main" id="{489DE610-90A9-88DF-7EE4-A0208F0880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67" r="34178"/>
          <a:stretch/>
        </p:blipFill>
        <p:spPr>
          <a:xfrm>
            <a:off x="5812609" y="1598919"/>
            <a:ext cx="322284" cy="308964"/>
          </a:xfrm>
          <a:prstGeom prst="rect">
            <a:avLst/>
          </a:prstGeom>
          <a:noFill/>
        </p:spPr>
      </p:pic>
      <p:pic>
        <p:nvPicPr>
          <p:cNvPr id="263" name="Picture 262" descr="A yellow lines on a black background&#10;&#10;AI-generated content may be incorrect.">
            <a:extLst>
              <a:ext uri="{FF2B5EF4-FFF2-40B4-BE49-F238E27FC236}">
                <a16:creationId xmlns:a16="http://schemas.microsoft.com/office/drawing/2014/main" id="{ADC4D3B2-D4E8-B76B-AEB8-82B20D077C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67" r="34178"/>
          <a:stretch/>
        </p:blipFill>
        <p:spPr>
          <a:xfrm>
            <a:off x="6347783" y="1581195"/>
            <a:ext cx="322284" cy="308964"/>
          </a:xfrm>
          <a:prstGeom prst="rect">
            <a:avLst/>
          </a:prstGeom>
          <a:noFill/>
        </p:spPr>
      </p:pic>
      <p:pic>
        <p:nvPicPr>
          <p:cNvPr id="264" name="Picture 263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2A47DD98-4FA6-F5BE-4200-975744DDAF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663" y="1580010"/>
            <a:ext cx="313694" cy="313694"/>
          </a:xfrm>
          <a:prstGeom prst="rect">
            <a:avLst/>
          </a:prstGeom>
          <a:noFill/>
        </p:spPr>
      </p:pic>
      <p:pic>
        <p:nvPicPr>
          <p:cNvPr id="265" name="Picture 264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43D4495B-55EA-611D-6134-99576DAA1F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858" y="1585017"/>
            <a:ext cx="313694" cy="313694"/>
          </a:xfrm>
          <a:prstGeom prst="rect">
            <a:avLst/>
          </a:prstGeom>
          <a:noFill/>
        </p:spPr>
      </p:pic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DACCC90-D53A-74C0-09A4-34A79CE99F42}"/>
              </a:ext>
            </a:extLst>
          </p:cNvPr>
          <p:cNvGrpSpPr/>
          <p:nvPr/>
        </p:nvGrpSpPr>
        <p:grpSpPr>
          <a:xfrm>
            <a:off x="1503557" y="4705831"/>
            <a:ext cx="1614579" cy="1655760"/>
            <a:chOff x="1492924" y="4705831"/>
            <a:chExt cx="1614579" cy="1655760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55CAE88-64F9-47DA-0879-9C6675A4C086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189" name="Picture 188">
                <a:extLst>
                  <a:ext uri="{FF2B5EF4-FFF2-40B4-BE49-F238E27FC236}">
                    <a16:creationId xmlns:a16="http://schemas.microsoft.com/office/drawing/2014/main" id="{3BACFC1D-58FB-16D5-0A5F-DA3C12B29C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190" name="Picture 189">
                <a:extLst>
                  <a:ext uri="{FF2B5EF4-FFF2-40B4-BE49-F238E27FC236}">
                    <a16:creationId xmlns:a16="http://schemas.microsoft.com/office/drawing/2014/main" id="{CC23939B-90B8-11E0-CC7E-15A6E2C97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191" name="Picture 190">
                <a:extLst>
                  <a:ext uri="{FF2B5EF4-FFF2-40B4-BE49-F238E27FC236}">
                    <a16:creationId xmlns:a16="http://schemas.microsoft.com/office/drawing/2014/main" id="{D7F92177-D2EC-6195-B38E-AD3734AB9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DC3A3DD8-F961-EDDE-EA5D-3F6F6F6C6A1D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B9A14A07-0DBF-BD2A-2186-053BCB0ADB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5206377A-6332-620B-F92D-650875BEFE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195" name="Picture 194">
                <a:extLst>
                  <a:ext uri="{FF2B5EF4-FFF2-40B4-BE49-F238E27FC236}">
                    <a16:creationId xmlns:a16="http://schemas.microsoft.com/office/drawing/2014/main" id="{A63B0154-2E8E-ADE9-B198-3995B3AF1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862EA10-51EA-47B4-2DDD-9F92C09AB04E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197" name="Picture 196">
                <a:extLst>
                  <a:ext uri="{FF2B5EF4-FFF2-40B4-BE49-F238E27FC236}">
                    <a16:creationId xmlns:a16="http://schemas.microsoft.com/office/drawing/2014/main" id="{0B4DC1AB-5FF2-6975-0A5B-A4425441BA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4B464270-93A5-77E7-22A9-B54867461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424F1B33-1585-6768-099B-B64924865E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266" name="Picture 265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D935D8B9-7FEF-3469-6FBC-FB0B8B4CF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67" name="Picture 266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BE462C90-FC0D-C450-A5F9-7AFAC104C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68" name="Picture 267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5132E75A-B172-0833-7EDC-58AB1CCA8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C6B9DF77-7CDD-BE71-5344-085A97631D48}"/>
              </a:ext>
            </a:extLst>
          </p:cNvPr>
          <p:cNvGrpSpPr/>
          <p:nvPr/>
        </p:nvGrpSpPr>
        <p:grpSpPr>
          <a:xfrm>
            <a:off x="1507100" y="7274690"/>
            <a:ext cx="1614579" cy="1655760"/>
            <a:chOff x="1492924" y="4705831"/>
            <a:chExt cx="1614579" cy="1655760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EC41CF12-09B8-4880-62C9-F5B6ECF8023D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283" name="Picture 282">
                <a:extLst>
                  <a:ext uri="{FF2B5EF4-FFF2-40B4-BE49-F238E27FC236}">
                    <a16:creationId xmlns:a16="http://schemas.microsoft.com/office/drawing/2014/main" id="{0BE912BC-6F05-E67C-CF03-7B8F52B27D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284" name="Picture 283">
                <a:extLst>
                  <a:ext uri="{FF2B5EF4-FFF2-40B4-BE49-F238E27FC236}">
                    <a16:creationId xmlns:a16="http://schemas.microsoft.com/office/drawing/2014/main" id="{65212A2F-3C2E-EE90-F7D4-8D69688D20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285" name="Picture 284">
                <a:extLst>
                  <a:ext uri="{FF2B5EF4-FFF2-40B4-BE49-F238E27FC236}">
                    <a16:creationId xmlns:a16="http://schemas.microsoft.com/office/drawing/2014/main" id="{2D158084-7FF1-C6A1-EAB8-D837D5DF7F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87102F4F-0DB9-A426-1FA1-C6D6974C079E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280" name="Picture 279">
                <a:extLst>
                  <a:ext uri="{FF2B5EF4-FFF2-40B4-BE49-F238E27FC236}">
                    <a16:creationId xmlns:a16="http://schemas.microsoft.com/office/drawing/2014/main" id="{563ED729-24A6-1980-5780-2AA85CADC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281" name="Picture 280">
                <a:extLst>
                  <a:ext uri="{FF2B5EF4-FFF2-40B4-BE49-F238E27FC236}">
                    <a16:creationId xmlns:a16="http://schemas.microsoft.com/office/drawing/2014/main" id="{A9360228-8B28-5380-94FB-54D3079651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282" name="Picture 281">
                <a:extLst>
                  <a:ext uri="{FF2B5EF4-FFF2-40B4-BE49-F238E27FC236}">
                    <a16:creationId xmlns:a16="http://schemas.microsoft.com/office/drawing/2014/main" id="{517737F9-97D0-9C72-D106-4DD6A69A2A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5C2C65AD-276A-1002-F643-F7DFA0389C5C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277" name="Picture 276">
                <a:extLst>
                  <a:ext uri="{FF2B5EF4-FFF2-40B4-BE49-F238E27FC236}">
                    <a16:creationId xmlns:a16="http://schemas.microsoft.com/office/drawing/2014/main" id="{5939BF53-4EC5-95AE-DD49-69EFE5DC5D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78" name="Picture 277">
                <a:extLst>
                  <a:ext uri="{FF2B5EF4-FFF2-40B4-BE49-F238E27FC236}">
                    <a16:creationId xmlns:a16="http://schemas.microsoft.com/office/drawing/2014/main" id="{4ED9ACF4-B802-AA80-D77B-78EE8BD15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79" name="Picture 278">
                <a:extLst>
                  <a:ext uri="{FF2B5EF4-FFF2-40B4-BE49-F238E27FC236}">
                    <a16:creationId xmlns:a16="http://schemas.microsoft.com/office/drawing/2014/main" id="{30DB53A9-2B97-5CB4-8D25-8F8796F5DF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274" name="Picture 273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A5F325D5-A6BA-6BC8-BFDF-B73148486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75" name="Picture 274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D1E1A579-99A8-24A8-3D88-893686E60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76" name="Picture 275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45FD613A-77A5-8DDB-2F00-D6C7AA027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sp>
        <p:nvSpPr>
          <p:cNvPr id="286" name="Cylinder 285">
            <a:extLst>
              <a:ext uri="{FF2B5EF4-FFF2-40B4-BE49-F238E27FC236}">
                <a16:creationId xmlns:a16="http://schemas.microsoft.com/office/drawing/2014/main" id="{95696593-5CEC-B7FF-ADE7-C259352CA92F}"/>
              </a:ext>
            </a:extLst>
          </p:cNvPr>
          <p:cNvSpPr/>
          <p:nvPr/>
        </p:nvSpPr>
        <p:spPr>
          <a:xfrm>
            <a:off x="3470589" y="4402596"/>
            <a:ext cx="1593130" cy="202676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7" name="Cylinder 286">
            <a:extLst>
              <a:ext uri="{FF2B5EF4-FFF2-40B4-BE49-F238E27FC236}">
                <a16:creationId xmlns:a16="http://schemas.microsoft.com/office/drawing/2014/main" id="{72C736C7-A669-782E-DCE1-594C1D1C3C23}"/>
              </a:ext>
            </a:extLst>
          </p:cNvPr>
          <p:cNvSpPr/>
          <p:nvPr/>
        </p:nvSpPr>
        <p:spPr>
          <a:xfrm>
            <a:off x="3474131" y="6969518"/>
            <a:ext cx="1593130" cy="202676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5ADFE849-E59C-8F6F-4C93-601ABFBCF449}"/>
              </a:ext>
            </a:extLst>
          </p:cNvPr>
          <p:cNvGrpSpPr/>
          <p:nvPr/>
        </p:nvGrpSpPr>
        <p:grpSpPr>
          <a:xfrm>
            <a:off x="3463498" y="4709369"/>
            <a:ext cx="1614579" cy="1655760"/>
            <a:chOff x="1492924" y="4705831"/>
            <a:chExt cx="1614579" cy="1655760"/>
          </a:xfrm>
        </p:grpSpPr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04919130-9CA4-22EA-E1CE-52D78D101C23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301" name="Picture 300">
                <a:extLst>
                  <a:ext uri="{FF2B5EF4-FFF2-40B4-BE49-F238E27FC236}">
                    <a16:creationId xmlns:a16="http://schemas.microsoft.com/office/drawing/2014/main" id="{23CA226B-3CDB-4B67-3B23-95B0777A8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02" name="Picture 301">
                <a:extLst>
                  <a:ext uri="{FF2B5EF4-FFF2-40B4-BE49-F238E27FC236}">
                    <a16:creationId xmlns:a16="http://schemas.microsoft.com/office/drawing/2014/main" id="{0CFE58D6-48BE-179A-D23C-747D05BD92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93CD32BC-40CF-1C40-BCEC-911017443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1960B95C-F286-E166-6549-7DB077603314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298" name="Picture 297">
                <a:extLst>
                  <a:ext uri="{FF2B5EF4-FFF2-40B4-BE49-F238E27FC236}">
                    <a16:creationId xmlns:a16="http://schemas.microsoft.com/office/drawing/2014/main" id="{7F84035B-9F42-1E39-2712-3DA52586CD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299" name="Picture 298">
                <a:extLst>
                  <a:ext uri="{FF2B5EF4-FFF2-40B4-BE49-F238E27FC236}">
                    <a16:creationId xmlns:a16="http://schemas.microsoft.com/office/drawing/2014/main" id="{73AD4D01-A2D7-C979-A7FE-4D2026371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00" name="Picture 299">
                <a:extLst>
                  <a:ext uri="{FF2B5EF4-FFF2-40B4-BE49-F238E27FC236}">
                    <a16:creationId xmlns:a16="http://schemas.microsoft.com/office/drawing/2014/main" id="{2509E3A2-6A69-B9D9-CB0D-D68CD75566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CC5AB0E-DF34-E7C9-C81F-421086EE22DC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295" name="Picture 294">
                <a:extLst>
                  <a:ext uri="{FF2B5EF4-FFF2-40B4-BE49-F238E27FC236}">
                    <a16:creationId xmlns:a16="http://schemas.microsoft.com/office/drawing/2014/main" id="{EFEBC69C-48D6-F9FE-7BA6-46EFF1B020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96" name="Picture 295">
                <a:extLst>
                  <a:ext uri="{FF2B5EF4-FFF2-40B4-BE49-F238E27FC236}">
                    <a16:creationId xmlns:a16="http://schemas.microsoft.com/office/drawing/2014/main" id="{6958F892-84A9-BF54-0B28-E86624C68F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97" name="Picture 296">
                <a:extLst>
                  <a:ext uri="{FF2B5EF4-FFF2-40B4-BE49-F238E27FC236}">
                    <a16:creationId xmlns:a16="http://schemas.microsoft.com/office/drawing/2014/main" id="{FF8AFC2E-9856-1DB7-CEC0-802393B5E4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292" name="Picture 291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7A22EBE6-4575-1D9A-9784-60032B9AE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93" name="Picture 292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8BED8EB7-0E61-D8BD-33FC-54C5BD0D4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94" name="Picture 293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93D01680-282F-CB6C-BC5C-A7F0F0936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3E0B6FD1-E8F4-5EE0-C4B2-EBB5EBC55F94}"/>
              </a:ext>
            </a:extLst>
          </p:cNvPr>
          <p:cNvGrpSpPr/>
          <p:nvPr/>
        </p:nvGrpSpPr>
        <p:grpSpPr>
          <a:xfrm>
            <a:off x="3467041" y="7278228"/>
            <a:ext cx="1614579" cy="1655760"/>
            <a:chOff x="1492924" y="4705831"/>
            <a:chExt cx="1614579" cy="1655760"/>
          </a:xfrm>
        </p:grpSpPr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DADB957D-1ED8-3BD0-CD2F-EDAB0D8F7F46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E6D49F6C-463A-58BF-7FF3-D581D1B629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18" name="Picture 317">
                <a:extLst>
                  <a:ext uri="{FF2B5EF4-FFF2-40B4-BE49-F238E27FC236}">
                    <a16:creationId xmlns:a16="http://schemas.microsoft.com/office/drawing/2014/main" id="{A19F696A-4A10-1EB8-169A-A2E60E1D6C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19" name="Picture 318">
                <a:extLst>
                  <a:ext uri="{FF2B5EF4-FFF2-40B4-BE49-F238E27FC236}">
                    <a16:creationId xmlns:a16="http://schemas.microsoft.com/office/drawing/2014/main" id="{D3E43722-893B-1E1C-44F2-E00C9F18B2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1E661D85-DF0B-469F-6FCF-EC928BF19948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314" name="Picture 313">
                <a:extLst>
                  <a:ext uri="{FF2B5EF4-FFF2-40B4-BE49-F238E27FC236}">
                    <a16:creationId xmlns:a16="http://schemas.microsoft.com/office/drawing/2014/main" id="{DAC8CAC3-D33D-3E18-64E9-00DD947CAC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15" name="Picture 314">
                <a:extLst>
                  <a:ext uri="{FF2B5EF4-FFF2-40B4-BE49-F238E27FC236}">
                    <a16:creationId xmlns:a16="http://schemas.microsoft.com/office/drawing/2014/main" id="{C3C37A02-828A-2B33-F8F9-437B17CBBD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16" name="Picture 315">
                <a:extLst>
                  <a:ext uri="{FF2B5EF4-FFF2-40B4-BE49-F238E27FC236}">
                    <a16:creationId xmlns:a16="http://schemas.microsoft.com/office/drawing/2014/main" id="{9274DDB5-A396-EE2E-DDE1-33FB61AC49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FEF33F73-4B2A-3FEA-D126-AC1506F30B07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311" name="Picture 310">
                <a:extLst>
                  <a:ext uri="{FF2B5EF4-FFF2-40B4-BE49-F238E27FC236}">
                    <a16:creationId xmlns:a16="http://schemas.microsoft.com/office/drawing/2014/main" id="{ADB43E94-29BC-ACF0-D5E3-9CF89E3B3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12" name="Picture 311">
                <a:extLst>
                  <a:ext uri="{FF2B5EF4-FFF2-40B4-BE49-F238E27FC236}">
                    <a16:creationId xmlns:a16="http://schemas.microsoft.com/office/drawing/2014/main" id="{90474AD0-4945-41C3-E7C1-2F704E14C3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13" name="Picture 312">
                <a:extLst>
                  <a:ext uri="{FF2B5EF4-FFF2-40B4-BE49-F238E27FC236}">
                    <a16:creationId xmlns:a16="http://schemas.microsoft.com/office/drawing/2014/main" id="{D73F8FF6-988A-31A2-6EA7-CEA1C8EEC3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308" name="Picture 307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580EFCE5-0381-4D0C-70C9-BC22E7D72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09" name="Picture 308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9A7C2CF9-E1BE-400A-F37A-C008C0CD5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10" name="Picture 309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1CE2E1A0-C4DC-766D-3D95-B153C3D39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sp>
        <p:nvSpPr>
          <p:cNvPr id="320" name="Cylinder 319">
            <a:extLst>
              <a:ext uri="{FF2B5EF4-FFF2-40B4-BE49-F238E27FC236}">
                <a16:creationId xmlns:a16="http://schemas.microsoft.com/office/drawing/2014/main" id="{B139092B-01FF-F394-B87A-C6C785E3C984}"/>
              </a:ext>
            </a:extLst>
          </p:cNvPr>
          <p:cNvSpPr/>
          <p:nvPr/>
        </p:nvSpPr>
        <p:spPr>
          <a:xfrm>
            <a:off x="5441152" y="4406140"/>
            <a:ext cx="1593130" cy="202676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1" name="Cylinder 320">
            <a:extLst>
              <a:ext uri="{FF2B5EF4-FFF2-40B4-BE49-F238E27FC236}">
                <a16:creationId xmlns:a16="http://schemas.microsoft.com/office/drawing/2014/main" id="{D92C182B-F938-9AE5-228A-8BFE73C7A1A3}"/>
              </a:ext>
            </a:extLst>
          </p:cNvPr>
          <p:cNvSpPr/>
          <p:nvPr/>
        </p:nvSpPr>
        <p:spPr>
          <a:xfrm>
            <a:off x="5444694" y="6973062"/>
            <a:ext cx="1593130" cy="202676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84FDAE4F-1DF4-F0FF-A148-4E9A915A9298}"/>
              </a:ext>
            </a:extLst>
          </p:cNvPr>
          <p:cNvGrpSpPr/>
          <p:nvPr/>
        </p:nvGrpSpPr>
        <p:grpSpPr>
          <a:xfrm>
            <a:off x="5434061" y="4712913"/>
            <a:ext cx="1614579" cy="1655760"/>
            <a:chOff x="1492924" y="4705831"/>
            <a:chExt cx="1614579" cy="1655760"/>
          </a:xfrm>
        </p:grpSpPr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A057A41D-6C0D-2786-2DF7-C639F8EC1604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335" name="Picture 334">
                <a:extLst>
                  <a:ext uri="{FF2B5EF4-FFF2-40B4-BE49-F238E27FC236}">
                    <a16:creationId xmlns:a16="http://schemas.microsoft.com/office/drawing/2014/main" id="{8B8D4D71-66D1-BE8F-BB93-A1322ACD04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36" name="Picture 335">
                <a:extLst>
                  <a:ext uri="{FF2B5EF4-FFF2-40B4-BE49-F238E27FC236}">
                    <a16:creationId xmlns:a16="http://schemas.microsoft.com/office/drawing/2014/main" id="{FCC0EA65-E1E6-D6F6-8CFC-AC52BC5EC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37" name="Picture 336">
                <a:extLst>
                  <a:ext uri="{FF2B5EF4-FFF2-40B4-BE49-F238E27FC236}">
                    <a16:creationId xmlns:a16="http://schemas.microsoft.com/office/drawing/2014/main" id="{AA59E81A-33F6-92F6-2312-B547BF391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F8E09FAE-6F9C-F7A4-59F6-B900588A9E7A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332" name="Picture 331">
                <a:extLst>
                  <a:ext uri="{FF2B5EF4-FFF2-40B4-BE49-F238E27FC236}">
                    <a16:creationId xmlns:a16="http://schemas.microsoft.com/office/drawing/2014/main" id="{A22041E0-DCB2-CC8F-50D0-E8613A1884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33" name="Picture 332">
                <a:extLst>
                  <a:ext uri="{FF2B5EF4-FFF2-40B4-BE49-F238E27FC236}">
                    <a16:creationId xmlns:a16="http://schemas.microsoft.com/office/drawing/2014/main" id="{92CB2291-886E-CCDC-D323-8CFCBEDB42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34" name="Picture 333">
                <a:extLst>
                  <a:ext uri="{FF2B5EF4-FFF2-40B4-BE49-F238E27FC236}">
                    <a16:creationId xmlns:a16="http://schemas.microsoft.com/office/drawing/2014/main" id="{0B2164D9-ADBA-BC30-A6D7-969F77F3C4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D072AE32-3ECF-EBFB-08FF-B8BD1590BCD0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329" name="Picture 328">
                <a:extLst>
                  <a:ext uri="{FF2B5EF4-FFF2-40B4-BE49-F238E27FC236}">
                    <a16:creationId xmlns:a16="http://schemas.microsoft.com/office/drawing/2014/main" id="{4B18254B-56FF-8459-0C1A-6F494E1D16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D9ADD106-BAB3-572C-2CF3-3C3A1CDCE4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31" name="Picture 330">
                <a:extLst>
                  <a:ext uri="{FF2B5EF4-FFF2-40B4-BE49-F238E27FC236}">
                    <a16:creationId xmlns:a16="http://schemas.microsoft.com/office/drawing/2014/main" id="{DAD57F1F-0D4C-17D3-7264-52FA0F547D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326" name="Picture 325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1915FB46-E0EC-95D6-CAB7-3130C7EC7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27" name="Picture 326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5D7790C3-C527-C48C-7819-B9849DF29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28" name="Picture 327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8D57671A-3CD8-F360-A6C7-86ADC6328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F4E0A8F5-4BC7-FDE7-27C2-E4B0F42F44D5}"/>
              </a:ext>
            </a:extLst>
          </p:cNvPr>
          <p:cNvGrpSpPr/>
          <p:nvPr/>
        </p:nvGrpSpPr>
        <p:grpSpPr>
          <a:xfrm>
            <a:off x="5437604" y="7281772"/>
            <a:ext cx="1614579" cy="1655760"/>
            <a:chOff x="1492924" y="4705831"/>
            <a:chExt cx="1614579" cy="1655760"/>
          </a:xfrm>
        </p:grpSpPr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7BAE658D-FF57-200C-246F-A9766BE6AD18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351" name="Picture 350">
                <a:extLst>
                  <a:ext uri="{FF2B5EF4-FFF2-40B4-BE49-F238E27FC236}">
                    <a16:creationId xmlns:a16="http://schemas.microsoft.com/office/drawing/2014/main" id="{81F0CE4E-4D1D-BAE9-0609-29A4BF4393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52" name="Picture 351">
                <a:extLst>
                  <a:ext uri="{FF2B5EF4-FFF2-40B4-BE49-F238E27FC236}">
                    <a16:creationId xmlns:a16="http://schemas.microsoft.com/office/drawing/2014/main" id="{4AE2F7FF-2D0F-63AD-9440-9141E8FE66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53" name="Picture 352">
                <a:extLst>
                  <a:ext uri="{FF2B5EF4-FFF2-40B4-BE49-F238E27FC236}">
                    <a16:creationId xmlns:a16="http://schemas.microsoft.com/office/drawing/2014/main" id="{FA1298BC-CFD5-8BF5-A9DA-E53AEDE951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8FE20B05-1CAC-AF88-D89C-B3ADD261FD61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348" name="Picture 347">
                <a:extLst>
                  <a:ext uri="{FF2B5EF4-FFF2-40B4-BE49-F238E27FC236}">
                    <a16:creationId xmlns:a16="http://schemas.microsoft.com/office/drawing/2014/main" id="{BBE19F14-8B9D-8810-584B-E367BD1ACB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49" name="Picture 348">
                <a:extLst>
                  <a:ext uri="{FF2B5EF4-FFF2-40B4-BE49-F238E27FC236}">
                    <a16:creationId xmlns:a16="http://schemas.microsoft.com/office/drawing/2014/main" id="{06CC85EA-3B1D-3B50-43A4-31BEA87A89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50" name="Picture 349">
                <a:extLst>
                  <a:ext uri="{FF2B5EF4-FFF2-40B4-BE49-F238E27FC236}">
                    <a16:creationId xmlns:a16="http://schemas.microsoft.com/office/drawing/2014/main" id="{9E133C9B-7FA1-1004-9ADA-B17949C46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A582E940-FB98-1881-50DE-3F9BEB2A4B19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345" name="Picture 344">
                <a:extLst>
                  <a:ext uri="{FF2B5EF4-FFF2-40B4-BE49-F238E27FC236}">
                    <a16:creationId xmlns:a16="http://schemas.microsoft.com/office/drawing/2014/main" id="{CE338F54-7E01-AAA9-0D0C-ADE9000B83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46" name="Picture 345">
                <a:extLst>
                  <a:ext uri="{FF2B5EF4-FFF2-40B4-BE49-F238E27FC236}">
                    <a16:creationId xmlns:a16="http://schemas.microsoft.com/office/drawing/2014/main" id="{DF1B4A2D-BABA-FA69-8F65-64225868E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47" name="Picture 346">
                <a:extLst>
                  <a:ext uri="{FF2B5EF4-FFF2-40B4-BE49-F238E27FC236}">
                    <a16:creationId xmlns:a16="http://schemas.microsoft.com/office/drawing/2014/main" id="{E7090E23-564B-4C05-58F6-CF615A5810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342" name="Picture 341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A63AFF7A-7986-8DFA-A65F-BC6EC1653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43" name="Picture 342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D6251D63-F859-3252-2D2E-0FF110CFA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44" name="Picture 343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059B9C10-F576-CB3B-54CA-3DE117587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sp>
        <p:nvSpPr>
          <p:cNvPr id="354" name="Rectangle: Rounded Corners 353">
            <a:extLst>
              <a:ext uri="{FF2B5EF4-FFF2-40B4-BE49-F238E27FC236}">
                <a16:creationId xmlns:a16="http://schemas.microsoft.com/office/drawing/2014/main" id="{2B61CEEA-653C-EB09-6389-792ABD88F070}"/>
              </a:ext>
            </a:extLst>
          </p:cNvPr>
          <p:cNvSpPr/>
          <p:nvPr/>
        </p:nvSpPr>
        <p:spPr>
          <a:xfrm>
            <a:off x="1275907" y="4306186"/>
            <a:ext cx="8721504" cy="223694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76B1532F-73FD-32D5-9D6C-500E6D675178}"/>
              </a:ext>
            </a:extLst>
          </p:cNvPr>
          <p:cNvSpPr/>
          <p:nvPr/>
        </p:nvSpPr>
        <p:spPr>
          <a:xfrm>
            <a:off x="1279448" y="6853785"/>
            <a:ext cx="8721504" cy="223694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1" name="Cylinder 140">
            <a:extLst>
              <a:ext uri="{FF2B5EF4-FFF2-40B4-BE49-F238E27FC236}">
                <a16:creationId xmlns:a16="http://schemas.microsoft.com/office/drawing/2014/main" id="{04063E3B-A3AC-DDF3-A7DD-9B5B5F3EEF1B}"/>
              </a:ext>
            </a:extLst>
          </p:cNvPr>
          <p:cNvSpPr/>
          <p:nvPr/>
        </p:nvSpPr>
        <p:spPr>
          <a:xfrm>
            <a:off x="1514190" y="9510395"/>
            <a:ext cx="1593130" cy="202676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E5CEEEA-23F7-05A3-C25E-732A9825CC73}"/>
              </a:ext>
            </a:extLst>
          </p:cNvPr>
          <p:cNvSpPr txBox="1"/>
          <p:nvPr/>
        </p:nvSpPr>
        <p:spPr>
          <a:xfrm>
            <a:off x="7886553" y="10424540"/>
            <a:ext cx="211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Low turbulence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872304F-FBCF-0BDB-AADD-A36A76F36622}"/>
              </a:ext>
            </a:extLst>
          </p:cNvPr>
          <p:cNvGrpSpPr/>
          <p:nvPr/>
        </p:nvGrpSpPr>
        <p:grpSpPr>
          <a:xfrm>
            <a:off x="1507100" y="9819105"/>
            <a:ext cx="1614579" cy="1655760"/>
            <a:chOff x="1492924" y="4705831"/>
            <a:chExt cx="1614579" cy="1655760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21FCF05-BB21-04E6-BD52-00C46BCED5C2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157" name="Picture 156">
                <a:extLst>
                  <a:ext uri="{FF2B5EF4-FFF2-40B4-BE49-F238E27FC236}">
                    <a16:creationId xmlns:a16="http://schemas.microsoft.com/office/drawing/2014/main" id="{B2F057FB-58EC-CCB1-4B0E-FDABEFD77F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59822636-6BA2-5D22-B410-22B153A012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164" name="Picture 163">
                <a:extLst>
                  <a:ext uri="{FF2B5EF4-FFF2-40B4-BE49-F238E27FC236}">
                    <a16:creationId xmlns:a16="http://schemas.microsoft.com/office/drawing/2014/main" id="{8921A800-8C1A-0585-C2F9-42216FD670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58C887E5-3298-4A65-B323-6B7D488B9623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153" name="Picture 152">
                <a:extLst>
                  <a:ext uri="{FF2B5EF4-FFF2-40B4-BE49-F238E27FC236}">
                    <a16:creationId xmlns:a16="http://schemas.microsoft.com/office/drawing/2014/main" id="{5767ECCF-EEE9-F026-BAEC-A1332274B7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F262E9CB-4F53-331D-4A35-D405F468E1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155" name="Picture 154">
                <a:extLst>
                  <a:ext uri="{FF2B5EF4-FFF2-40B4-BE49-F238E27FC236}">
                    <a16:creationId xmlns:a16="http://schemas.microsoft.com/office/drawing/2014/main" id="{2E7D6333-9CE5-348F-0F07-B3F8371C0C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BC278CC5-65E5-F2CF-4EEF-DDC975C6D526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150" name="Picture 149">
                <a:extLst>
                  <a:ext uri="{FF2B5EF4-FFF2-40B4-BE49-F238E27FC236}">
                    <a16:creationId xmlns:a16="http://schemas.microsoft.com/office/drawing/2014/main" id="{9CF856AB-B524-A57E-EA6B-19F343A585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B2B74AC7-F9D1-1166-CEC7-95698B17E8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52" name="Picture 151">
                <a:extLst>
                  <a:ext uri="{FF2B5EF4-FFF2-40B4-BE49-F238E27FC236}">
                    <a16:creationId xmlns:a16="http://schemas.microsoft.com/office/drawing/2014/main" id="{8299C1A9-281D-8890-0B4E-05036D81E6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147" name="Picture 146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F2FA070C-E4B9-D4DD-A44F-7708AE6E2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148" name="Picture 147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652171B0-58D0-C677-D672-20BBEB9EA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149" name="Picture 148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C59D2FAE-E10F-AE16-4E4F-3CB717817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sp>
        <p:nvSpPr>
          <p:cNvPr id="165" name="Cylinder 164">
            <a:extLst>
              <a:ext uri="{FF2B5EF4-FFF2-40B4-BE49-F238E27FC236}">
                <a16:creationId xmlns:a16="http://schemas.microsoft.com/office/drawing/2014/main" id="{A7D825DE-9D40-0D0C-41BE-6F6F5939D8F6}"/>
              </a:ext>
            </a:extLst>
          </p:cNvPr>
          <p:cNvSpPr/>
          <p:nvPr/>
        </p:nvSpPr>
        <p:spPr>
          <a:xfrm>
            <a:off x="3474131" y="9513933"/>
            <a:ext cx="1593130" cy="202676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9F5456D-7CF2-FD68-AED5-361122FA3258}"/>
              </a:ext>
            </a:extLst>
          </p:cNvPr>
          <p:cNvGrpSpPr/>
          <p:nvPr/>
        </p:nvGrpSpPr>
        <p:grpSpPr>
          <a:xfrm>
            <a:off x="3467041" y="9822643"/>
            <a:ext cx="1614579" cy="1655760"/>
            <a:chOff x="1492924" y="4705831"/>
            <a:chExt cx="1614579" cy="1655760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25B718BB-8BC6-6E57-6E63-F604B90A86F8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205" name="Picture 204">
                <a:extLst>
                  <a:ext uri="{FF2B5EF4-FFF2-40B4-BE49-F238E27FC236}">
                    <a16:creationId xmlns:a16="http://schemas.microsoft.com/office/drawing/2014/main" id="{6253DEFB-1B43-10AE-A7FE-D4B045BE1E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206" name="Picture 205">
                <a:extLst>
                  <a:ext uri="{FF2B5EF4-FFF2-40B4-BE49-F238E27FC236}">
                    <a16:creationId xmlns:a16="http://schemas.microsoft.com/office/drawing/2014/main" id="{BB13A3CE-2216-B329-AD6F-E778C844E1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207" name="Picture 206">
                <a:extLst>
                  <a:ext uri="{FF2B5EF4-FFF2-40B4-BE49-F238E27FC236}">
                    <a16:creationId xmlns:a16="http://schemas.microsoft.com/office/drawing/2014/main" id="{DD544860-DC16-3635-00D8-6C5B6AED3C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E6A0D048-EF1A-1F05-76D4-7AE9BF1319FC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C26937F3-7381-E517-54FC-3C01430F2A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E8FAB7C9-665F-CF62-4960-34CA36283E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204" name="Picture 203">
                <a:extLst>
                  <a:ext uri="{FF2B5EF4-FFF2-40B4-BE49-F238E27FC236}">
                    <a16:creationId xmlns:a16="http://schemas.microsoft.com/office/drawing/2014/main" id="{E7804F9A-4689-12BF-7AE2-D5FC63DE0B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9EB7EAF6-CD49-FDD2-0E02-1A82E3F285B6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187" name="Picture 186">
                <a:extLst>
                  <a:ext uri="{FF2B5EF4-FFF2-40B4-BE49-F238E27FC236}">
                    <a16:creationId xmlns:a16="http://schemas.microsoft.com/office/drawing/2014/main" id="{A4D9F7F5-780A-1BA8-ACB0-F2C3C383A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4C455B4D-1473-EABE-C9EB-E642E9B775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01" name="Picture 200">
                <a:extLst>
                  <a:ext uri="{FF2B5EF4-FFF2-40B4-BE49-F238E27FC236}">
                    <a16:creationId xmlns:a16="http://schemas.microsoft.com/office/drawing/2014/main" id="{2F364C6A-202F-E2DB-FBF1-BE956FF24A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181" name="Picture 180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153E8B66-1432-A957-E2DF-72896678D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185" name="Picture 184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7F9A6937-A296-6962-7049-517A7355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186" name="Picture 185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63FAE17B-9504-C415-5994-FDDF90452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sp>
        <p:nvSpPr>
          <p:cNvPr id="208" name="Cylinder 207">
            <a:extLst>
              <a:ext uri="{FF2B5EF4-FFF2-40B4-BE49-F238E27FC236}">
                <a16:creationId xmlns:a16="http://schemas.microsoft.com/office/drawing/2014/main" id="{63773EBF-CE71-38AC-CE61-299828EB0D33}"/>
              </a:ext>
            </a:extLst>
          </p:cNvPr>
          <p:cNvSpPr/>
          <p:nvPr/>
        </p:nvSpPr>
        <p:spPr>
          <a:xfrm>
            <a:off x="5444694" y="9517477"/>
            <a:ext cx="1593130" cy="202676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23482C3-6D4F-75A5-D625-39AA8F9AAA53}"/>
              </a:ext>
            </a:extLst>
          </p:cNvPr>
          <p:cNvGrpSpPr/>
          <p:nvPr/>
        </p:nvGrpSpPr>
        <p:grpSpPr>
          <a:xfrm>
            <a:off x="5437604" y="9826187"/>
            <a:ext cx="1614579" cy="1655760"/>
            <a:chOff x="1492924" y="4705831"/>
            <a:chExt cx="1614579" cy="1655760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5CC0BBA4-1FCB-0FE2-283A-B82113E6F6C4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222" name="Picture 221">
                <a:extLst>
                  <a:ext uri="{FF2B5EF4-FFF2-40B4-BE49-F238E27FC236}">
                    <a16:creationId xmlns:a16="http://schemas.microsoft.com/office/drawing/2014/main" id="{52C9A774-9E7E-2A4C-03C8-C6F77A8A20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5660A476-C3AF-EC58-E332-72E5CDE5E5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224" name="Picture 223">
                <a:extLst>
                  <a:ext uri="{FF2B5EF4-FFF2-40B4-BE49-F238E27FC236}">
                    <a16:creationId xmlns:a16="http://schemas.microsoft.com/office/drawing/2014/main" id="{37E2E1B5-6183-467F-2B61-EF2440CD1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D58634C2-E640-B920-B3F7-8175B826A1BA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219" name="Picture 218">
                <a:extLst>
                  <a:ext uri="{FF2B5EF4-FFF2-40B4-BE49-F238E27FC236}">
                    <a16:creationId xmlns:a16="http://schemas.microsoft.com/office/drawing/2014/main" id="{F19DE69B-D092-112C-0CD4-0553C2F50A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220" name="Picture 219">
                <a:extLst>
                  <a:ext uri="{FF2B5EF4-FFF2-40B4-BE49-F238E27FC236}">
                    <a16:creationId xmlns:a16="http://schemas.microsoft.com/office/drawing/2014/main" id="{1AA28AA8-1DDB-2F8B-8FBC-6CA898C494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221" name="Picture 220">
                <a:extLst>
                  <a:ext uri="{FF2B5EF4-FFF2-40B4-BE49-F238E27FC236}">
                    <a16:creationId xmlns:a16="http://schemas.microsoft.com/office/drawing/2014/main" id="{33ECB745-0984-23D9-879D-810F31DA57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B5D9090F-98AC-9369-3BCC-D9EE8A9A9114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216" name="Picture 215">
                <a:extLst>
                  <a:ext uri="{FF2B5EF4-FFF2-40B4-BE49-F238E27FC236}">
                    <a16:creationId xmlns:a16="http://schemas.microsoft.com/office/drawing/2014/main" id="{AA9D44B0-C419-CFA8-D6C6-8C9179B43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17" name="Picture 216">
                <a:extLst>
                  <a:ext uri="{FF2B5EF4-FFF2-40B4-BE49-F238E27FC236}">
                    <a16:creationId xmlns:a16="http://schemas.microsoft.com/office/drawing/2014/main" id="{1F76743E-3022-F584-4400-664144CC1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18" name="Picture 217">
                <a:extLst>
                  <a:ext uri="{FF2B5EF4-FFF2-40B4-BE49-F238E27FC236}">
                    <a16:creationId xmlns:a16="http://schemas.microsoft.com/office/drawing/2014/main" id="{489FF5CC-2110-B3EA-B97A-F083ADE229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213" name="Picture 212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A426B410-7A2B-51B0-37A8-56E822079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14" name="Picture 213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41432425-3684-4514-2D1D-9E204A9C3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15" name="Picture 214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89B2BC44-6373-BD01-0177-E03CB3A49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276E8DDB-D40B-2A0D-1A7E-DBCFEED061ED}"/>
              </a:ext>
            </a:extLst>
          </p:cNvPr>
          <p:cNvSpPr/>
          <p:nvPr/>
        </p:nvSpPr>
        <p:spPr>
          <a:xfrm>
            <a:off x="1279448" y="9398200"/>
            <a:ext cx="8721504" cy="223694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4268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1475</TotalTime>
  <Words>25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Sofie Spatharis</dc:creator>
  <cp:lastModifiedBy>Calum Young (PGR)</cp:lastModifiedBy>
  <cp:revision>20</cp:revision>
  <dcterms:created xsi:type="dcterms:W3CDTF">2025-05-01T14:21:51Z</dcterms:created>
  <dcterms:modified xsi:type="dcterms:W3CDTF">2025-05-09T14:38:26Z</dcterms:modified>
</cp:coreProperties>
</file>