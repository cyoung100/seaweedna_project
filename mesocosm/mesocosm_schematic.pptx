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103225" cy="7775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7903" y="1272531"/>
            <a:ext cx="9827419" cy="2707052"/>
          </a:xfrm>
        </p:spPr>
        <p:txBody>
          <a:bodyPr anchor="b"/>
          <a:lstStyle>
            <a:lvl1pPr algn="ctr">
              <a:defRPr sz="644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7903" y="4083977"/>
            <a:ext cx="9827419" cy="1877297"/>
          </a:xfrm>
        </p:spPr>
        <p:txBody>
          <a:bodyPr/>
          <a:lstStyle>
            <a:lvl1pPr marL="0" indent="0" algn="ctr">
              <a:buNone/>
              <a:defRPr sz="2579"/>
            </a:lvl1pPr>
            <a:lvl2pPr marL="491353" indent="0" algn="ctr">
              <a:buNone/>
              <a:defRPr sz="2149"/>
            </a:lvl2pPr>
            <a:lvl3pPr marL="982706" indent="0" algn="ctr">
              <a:buNone/>
              <a:defRPr sz="1934"/>
            </a:lvl3pPr>
            <a:lvl4pPr marL="1474059" indent="0" algn="ctr">
              <a:buNone/>
              <a:defRPr sz="1720"/>
            </a:lvl4pPr>
            <a:lvl5pPr marL="1965411" indent="0" algn="ctr">
              <a:buNone/>
              <a:defRPr sz="1720"/>
            </a:lvl5pPr>
            <a:lvl6pPr marL="2456764" indent="0" algn="ctr">
              <a:buNone/>
              <a:defRPr sz="1720"/>
            </a:lvl6pPr>
            <a:lvl7pPr marL="2948117" indent="0" algn="ctr">
              <a:buNone/>
              <a:defRPr sz="1720"/>
            </a:lvl7pPr>
            <a:lvl8pPr marL="3439470" indent="0" algn="ctr">
              <a:buNone/>
              <a:defRPr sz="1720"/>
            </a:lvl8pPr>
            <a:lvl9pPr marL="3930823" indent="0" algn="ctr">
              <a:buNone/>
              <a:defRPr sz="172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84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13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022" y="1938495"/>
            <a:ext cx="11301532" cy="3234423"/>
          </a:xfrm>
        </p:spPr>
        <p:txBody>
          <a:bodyPr anchor="b"/>
          <a:lstStyle>
            <a:lvl1pPr>
              <a:defRPr sz="644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22" y="5203517"/>
            <a:ext cx="11301532" cy="1700906"/>
          </a:xfrm>
        </p:spPr>
        <p:txBody>
          <a:bodyPr/>
          <a:lstStyle>
            <a:lvl1pPr marL="0" indent="0">
              <a:buNone/>
              <a:defRPr sz="2579">
                <a:solidFill>
                  <a:schemeClr val="tx1">
                    <a:tint val="82000"/>
                  </a:schemeClr>
                </a:solidFill>
              </a:defRPr>
            </a:lvl1pPr>
            <a:lvl2pPr marL="491353" indent="0">
              <a:buNone/>
              <a:defRPr sz="2149">
                <a:solidFill>
                  <a:schemeClr val="tx1">
                    <a:tint val="82000"/>
                  </a:schemeClr>
                </a:solidFill>
              </a:defRPr>
            </a:lvl2pPr>
            <a:lvl3pPr marL="982706" indent="0">
              <a:buNone/>
              <a:defRPr sz="1934">
                <a:solidFill>
                  <a:schemeClr val="tx1">
                    <a:tint val="82000"/>
                  </a:schemeClr>
                </a:solidFill>
              </a:defRPr>
            </a:lvl3pPr>
            <a:lvl4pPr marL="1474059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4pPr>
            <a:lvl5pPr marL="1965411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5pPr>
            <a:lvl6pPr marL="2456764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6pPr>
            <a:lvl7pPr marL="2948117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7pPr>
            <a:lvl8pPr marL="3439470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8pPr>
            <a:lvl9pPr marL="3930823" indent="0">
              <a:buNone/>
              <a:defRPr sz="17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34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847" y="2069887"/>
            <a:ext cx="5568871" cy="4933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507" y="2069887"/>
            <a:ext cx="5568871" cy="4933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76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553" y="413978"/>
            <a:ext cx="11301532" cy="150291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554" y="1906097"/>
            <a:ext cx="5543278" cy="934148"/>
          </a:xfrm>
        </p:spPr>
        <p:txBody>
          <a:bodyPr anchor="b"/>
          <a:lstStyle>
            <a:lvl1pPr marL="0" indent="0">
              <a:buNone/>
              <a:defRPr sz="2579" b="1"/>
            </a:lvl1pPr>
            <a:lvl2pPr marL="491353" indent="0">
              <a:buNone/>
              <a:defRPr sz="2149" b="1"/>
            </a:lvl2pPr>
            <a:lvl3pPr marL="982706" indent="0">
              <a:buNone/>
              <a:defRPr sz="1934" b="1"/>
            </a:lvl3pPr>
            <a:lvl4pPr marL="1474059" indent="0">
              <a:buNone/>
              <a:defRPr sz="1720" b="1"/>
            </a:lvl4pPr>
            <a:lvl5pPr marL="1965411" indent="0">
              <a:buNone/>
              <a:defRPr sz="1720" b="1"/>
            </a:lvl5pPr>
            <a:lvl6pPr marL="2456764" indent="0">
              <a:buNone/>
              <a:defRPr sz="1720" b="1"/>
            </a:lvl6pPr>
            <a:lvl7pPr marL="2948117" indent="0">
              <a:buNone/>
              <a:defRPr sz="1720" b="1"/>
            </a:lvl7pPr>
            <a:lvl8pPr marL="3439470" indent="0">
              <a:buNone/>
              <a:defRPr sz="1720" b="1"/>
            </a:lvl8pPr>
            <a:lvl9pPr marL="3930823" indent="0">
              <a:buNone/>
              <a:defRPr sz="17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2554" y="2840245"/>
            <a:ext cx="5543278" cy="4177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508" y="1906097"/>
            <a:ext cx="5570577" cy="934148"/>
          </a:xfrm>
        </p:spPr>
        <p:txBody>
          <a:bodyPr anchor="b"/>
          <a:lstStyle>
            <a:lvl1pPr marL="0" indent="0">
              <a:buNone/>
              <a:defRPr sz="2579" b="1"/>
            </a:lvl1pPr>
            <a:lvl2pPr marL="491353" indent="0">
              <a:buNone/>
              <a:defRPr sz="2149" b="1"/>
            </a:lvl2pPr>
            <a:lvl3pPr marL="982706" indent="0">
              <a:buNone/>
              <a:defRPr sz="1934" b="1"/>
            </a:lvl3pPr>
            <a:lvl4pPr marL="1474059" indent="0">
              <a:buNone/>
              <a:defRPr sz="1720" b="1"/>
            </a:lvl4pPr>
            <a:lvl5pPr marL="1965411" indent="0">
              <a:buNone/>
              <a:defRPr sz="1720" b="1"/>
            </a:lvl5pPr>
            <a:lvl6pPr marL="2456764" indent="0">
              <a:buNone/>
              <a:defRPr sz="1720" b="1"/>
            </a:lvl6pPr>
            <a:lvl7pPr marL="2948117" indent="0">
              <a:buNone/>
              <a:defRPr sz="1720" b="1"/>
            </a:lvl7pPr>
            <a:lvl8pPr marL="3439470" indent="0">
              <a:buNone/>
              <a:defRPr sz="1720" b="1"/>
            </a:lvl8pPr>
            <a:lvl9pPr marL="3930823" indent="0">
              <a:buNone/>
              <a:defRPr sz="17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508" y="2840245"/>
            <a:ext cx="5570577" cy="4177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93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62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47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554" y="518372"/>
            <a:ext cx="4226131" cy="1814301"/>
          </a:xfrm>
        </p:spPr>
        <p:txBody>
          <a:bodyPr anchor="b"/>
          <a:lstStyle>
            <a:lvl1pPr>
              <a:defRPr sz="34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0577" y="1119539"/>
            <a:ext cx="6633508" cy="5525698"/>
          </a:xfrm>
        </p:spPr>
        <p:txBody>
          <a:bodyPr/>
          <a:lstStyle>
            <a:lvl1pPr>
              <a:defRPr sz="3439"/>
            </a:lvl1pPr>
            <a:lvl2pPr>
              <a:defRPr sz="3009"/>
            </a:lvl2pPr>
            <a:lvl3pPr>
              <a:defRPr sz="2579"/>
            </a:lvl3pPr>
            <a:lvl4pPr>
              <a:defRPr sz="2149"/>
            </a:lvl4pPr>
            <a:lvl5pPr>
              <a:defRPr sz="2149"/>
            </a:lvl5pPr>
            <a:lvl6pPr>
              <a:defRPr sz="2149"/>
            </a:lvl6pPr>
            <a:lvl7pPr>
              <a:defRPr sz="2149"/>
            </a:lvl7pPr>
            <a:lvl8pPr>
              <a:defRPr sz="2149"/>
            </a:lvl8pPr>
            <a:lvl9pPr>
              <a:defRPr sz="214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554" y="2332673"/>
            <a:ext cx="4226131" cy="4321564"/>
          </a:xfrm>
        </p:spPr>
        <p:txBody>
          <a:bodyPr/>
          <a:lstStyle>
            <a:lvl1pPr marL="0" indent="0">
              <a:buNone/>
              <a:defRPr sz="1720"/>
            </a:lvl1pPr>
            <a:lvl2pPr marL="491353" indent="0">
              <a:buNone/>
              <a:defRPr sz="1505"/>
            </a:lvl2pPr>
            <a:lvl3pPr marL="982706" indent="0">
              <a:buNone/>
              <a:defRPr sz="1290"/>
            </a:lvl3pPr>
            <a:lvl4pPr marL="1474059" indent="0">
              <a:buNone/>
              <a:defRPr sz="1075"/>
            </a:lvl4pPr>
            <a:lvl5pPr marL="1965411" indent="0">
              <a:buNone/>
              <a:defRPr sz="1075"/>
            </a:lvl5pPr>
            <a:lvl6pPr marL="2456764" indent="0">
              <a:buNone/>
              <a:defRPr sz="1075"/>
            </a:lvl6pPr>
            <a:lvl7pPr marL="2948117" indent="0">
              <a:buNone/>
              <a:defRPr sz="1075"/>
            </a:lvl7pPr>
            <a:lvl8pPr marL="3439470" indent="0">
              <a:buNone/>
              <a:defRPr sz="1075"/>
            </a:lvl8pPr>
            <a:lvl9pPr marL="3930823" indent="0">
              <a:buNone/>
              <a:defRPr sz="10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356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554" y="518372"/>
            <a:ext cx="4226131" cy="1814301"/>
          </a:xfrm>
        </p:spPr>
        <p:txBody>
          <a:bodyPr anchor="b"/>
          <a:lstStyle>
            <a:lvl1pPr>
              <a:defRPr sz="34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0577" y="1119539"/>
            <a:ext cx="6633508" cy="5525698"/>
          </a:xfrm>
        </p:spPr>
        <p:txBody>
          <a:bodyPr anchor="t"/>
          <a:lstStyle>
            <a:lvl1pPr marL="0" indent="0">
              <a:buNone/>
              <a:defRPr sz="3439"/>
            </a:lvl1pPr>
            <a:lvl2pPr marL="491353" indent="0">
              <a:buNone/>
              <a:defRPr sz="3009"/>
            </a:lvl2pPr>
            <a:lvl3pPr marL="982706" indent="0">
              <a:buNone/>
              <a:defRPr sz="2579"/>
            </a:lvl3pPr>
            <a:lvl4pPr marL="1474059" indent="0">
              <a:buNone/>
              <a:defRPr sz="2149"/>
            </a:lvl4pPr>
            <a:lvl5pPr marL="1965411" indent="0">
              <a:buNone/>
              <a:defRPr sz="2149"/>
            </a:lvl5pPr>
            <a:lvl6pPr marL="2456764" indent="0">
              <a:buNone/>
              <a:defRPr sz="2149"/>
            </a:lvl6pPr>
            <a:lvl7pPr marL="2948117" indent="0">
              <a:buNone/>
              <a:defRPr sz="2149"/>
            </a:lvl7pPr>
            <a:lvl8pPr marL="3439470" indent="0">
              <a:buNone/>
              <a:defRPr sz="2149"/>
            </a:lvl8pPr>
            <a:lvl9pPr marL="3930823" indent="0">
              <a:buNone/>
              <a:defRPr sz="214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554" y="2332673"/>
            <a:ext cx="4226131" cy="4321564"/>
          </a:xfrm>
        </p:spPr>
        <p:txBody>
          <a:bodyPr/>
          <a:lstStyle>
            <a:lvl1pPr marL="0" indent="0">
              <a:buNone/>
              <a:defRPr sz="1720"/>
            </a:lvl1pPr>
            <a:lvl2pPr marL="491353" indent="0">
              <a:buNone/>
              <a:defRPr sz="1505"/>
            </a:lvl2pPr>
            <a:lvl3pPr marL="982706" indent="0">
              <a:buNone/>
              <a:defRPr sz="1290"/>
            </a:lvl3pPr>
            <a:lvl4pPr marL="1474059" indent="0">
              <a:buNone/>
              <a:defRPr sz="1075"/>
            </a:lvl4pPr>
            <a:lvl5pPr marL="1965411" indent="0">
              <a:buNone/>
              <a:defRPr sz="1075"/>
            </a:lvl5pPr>
            <a:lvl6pPr marL="2456764" indent="0">
              <a:buNone/>
              <a:defRPr sz="1075"/>
            </a:lvl6pPr>
            <a:lvl7pPr marL="2948117" indent="0">
              <a:buNone/>
              <a:defRPr sz="1075"/>
            </a:lvl7pPr>
            <a:lvl8pPr marL="3439470" indent="0">
              <a:buNone/>
              <a:defRPr sz="1075"/>
            </a:lvl8pPr>
            <a:lvl9pPr marL="3930823" indent="0">
              <a:buNone/>
              <a:defRPr sz="10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27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04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6995" y="413978"/>
            <a:ext cx="2825383" cy="658944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847" y="413978"/>
            <a:ext cx="8312358" cy="658944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73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847" y="413978"/>
            <a:ext cx="11301532" cy="150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847" y="2069887"/>
            <a:ext cx="11301532" cy="493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0847" y="7206807"/>
            <a:ext cx="2948226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04F8E-379D-4B6E-B9DF-A045A2A4A4A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0444" y="7206807"/>
            <a:ext cx="4422338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4152" y="7206807"/>
            <a:ext cx="2948226" cy="41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07482-8F8D-4A50-AA51-EE08A5DC9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38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2706" rtl="0" eaLnBrk="1" latinLnBrk="0" hangingPunct="1">
        <a:lnSpc>
          <a:spcPct val="90000"/>
        </a:lnSpc>
        <a:spcBef>
          <a:spcPct val="0"/>
        </a:spcBef>
        <a:buNone/>
        <a:defRPr sz="47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5676" indent="-245676" algn="l" defTabSz="982706" rtl="0" eaLnBrk="1" latinLnBrk="0" hangingPunct="1">
        <a:lnSpc>
          <a:spcPct val="90000"/>
        </a:lnSpc>
        <a:spcBef>
          <a:spcPts val="1075"/>
        </a:spcBef>
        <a:buFont typeface="Arial" panose="020B0604020202020204" pitchFamily="34" charset="0"/>
        <a:buChar char="•"/>
        <a:defRPr sz="3009" kern="1200">
          <a:solidFill>
            <a:schemeClr val="tx1"/>
          </a:solidFill>
          <a:latin typeface="+mn-lt"/>
          <a:ea typeface="+mn-ea"/>
          <a:cs typeface="+mn-cs"/>
        </a:defRPr>
      </a:lvl1pPr>
      <a:lvl2pPr marL="737029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2579" kern="1200">
          <a:solidFill>
            <a:schemeClr val="tx1"/>
          </a:solidFill>
          <a:latin typeface="+mn-lt"/>
          <a:ea typeface="+mn-ea"/>
          <a:cs typeface="+mn-cs"/>
        </a:defRPr>
      </a:lvl2pPr>
      <a:lvl3pPr marL="1228382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2149" kern="1200">
          <a:solidFill>
            <a:schemeClr val="tx1"/>
          </a:solidFill>
          <a:latin typeface="+mn-lt"/>
          <a:ea typeface="+mn-ea"/>
          <a:cs typeface="+mn-cs"/>
        </a:defRPr>
      </a:lvl3pPr>
      <a:lvl4pPr marL="1719735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4pPr>
      <a:lvl5pPr marL="2211088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5pPr>
      <a:lvl6pPr marL="2702441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6pPr>
      <a:lvl7pPr marL="3193793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7pPr>
      <a:lvl8pPr marL="3685146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8pPr>
      <a:lvl9pPr marL="4176499" indent="-245676" algn="l" defTabSz="982706" rtl="0" eaLnBrk="1" latinLnBrk="0" hangingPunct="1">
        <a:lnSpc>
          <a:spcPct val="90000"/>
        </a:lnSpc>
        <a:spcBef>
          <a:spcPts val="537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1pPr>
      <a:lvl2pPr marL="491353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2pPr>
      <a:lvl3pPr marL="982706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474059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4pPr>
      <a:lvl5pPr marL="1965411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5pPr>
      <a:lvl6pPr marL="2456764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6pPr>
      <a:lvl7pPr marL="2948117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7pPr>
      <a:lvl8pPr marL="3439470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8pPr>
      <a:lvl9pPr marL="3930823" algn="l" defTabSz="982706" rtl="0" eaLnBrk="1" latinLnBrk="0" hangingPunct="1">
        <a:defRPr sz="19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D44DC994-DF66-012D-D8E2-36B2E6475890}"/>
              </a:ext>
            </a:extLst>
          </p:cNvPr>
          <p:cNvCxnSpPr>
            <a:cxnSpLocks/>
            <a:stCxn id="63" idx="1"/>
            <a:endCxn id="35" idx="2"/>
          </p:cNvCxnSpPr>
          <p:nvPr/>
        </p:nvCxnSpPr>
        <p:spPr>
          <a:xfrm flipH="1" flipV="1">
            <a:off x="7271203" y="2555563"/>
            <a:ext cx="1357528" cy="905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Picture 62" descr="A blue wave with white foam&#10;&#10;AI-generated content may be incorrect.">
            <a:extLst>
              <a:ext uri="{FF2B5EF4-FFF2-40B4-BE49-F238E27FC236}">
                <a16:creationId xmlns:a16="http://schemas.microsoft.com/office/drawing/2014/main" id="{3199D198-B94D-17C7-D1B2-73DC4B493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731" y="2886578"/>
            <a:ext cx="1148698" cy="1148698"/>
          </a:xfrm>
          <a:prstGeom prst="rect">
            <a:avLst/>
          </a:prstGeom>
        </p:spPr>
      </p:pic>
      <p:pic>
        <p:nvPicPr>
          <p:cNvPr id="45" name="Picture 9" descr="Spotlight Clipart Stock Illustrations ...">
            <a:extLst>
              <a:ext uri="{FF2B5EF4-FFF2-40B4-BE49-F238E27FC236}">
                <a16:creationId xmlns:a16="http://schemas.microsoft.com/office/drawing/2014/main" id="{8D4EE83D-4BBF-C6C7-F50F-9C8DB47E3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23871" y="7805"/>
            <a:ext cx="1060838" cy="106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947D8-698D-1CD5-6155-DA3B18FE54CE}"/>
              </a:ext>
            </a:extLst>
          </p:cNvPr>
          <p:cNvSpPr/>
          <p:nvPr/>
        </p:nvSpPr>
        <p:spPr>
          <a:xfrm>
            <a:off x="1055792" y="1196400"/>
            <a:ext cx="10861099" cy="16703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5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DC4808-FA93-FB9E-9970-503573D12D65}"/>
              </a:ext>
            </a:extLst>
          </p:cNvPr>
          <p:cNvGrpSpPr/>
          <p:nvPr/>
        </p:nvGrpSpPr>
        <p:grpSpPr>
          <a:xfrm>
            <a:off x="1055792" y="1196401"/>
            <a:ext cx="2355331" cy="1661161"/>
            <a:chOff x="1299754" y="807719"/>
            <a:chExt cx="2355331" cy="166116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8411D82-28A0-63FC-DA7C-EE76A598BAEC}"/>
                </a:ext>
              </a:extLst>
            </p:cNvPr>
            <p:cNvSpPr/>
            <p:nvPr/>
          </p:nvSpPr>
          <p:spPr>
            <a:xfrm>
              <a:off x="1299754" y="807719"/>
              <a:ext cx="1809206" cy="16611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925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83AA32-DE4E-F5EB-2D96-3220C57C9D7A}"/>
                </a:ext>
              </a:extLst>
            </p:cNvPr>
            <p:cNvGrpSpPr/>
            <p:nvPr/>
          </p:nvGrpSpPr>
          <p:grpSpPr>
            <a:xfrm>
              <a:off x="1548969" y="1106463"/>
              <a:ext cx="2106116" cy="1053058"/>
              <a:chOff x="1548969" y="1106463"/>
              <a:chExt cx="2106116" cy="1053058"/>
            </a:xfrm>
          </p:grpSpPr>
          <p:pic>
            <p:nvPicPr>
              <p:cNvPr id="8" name="Picture 7" descr="A cartoon of a plant&#10;&#10;AI-generated content may be incorrect.">
                <a:extLst>
                  <a:ext uri="{FF2B5EF4-FFF2-40B4-BE49-F238E27FC236}">
                    <a16:creationId xmlns:a16="http://schemas.microsoft.com/office/drawing/2014/main" id="{76037EC6-7C8A-D903-5D8D-94B9BFE44E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969" y="1106463"/>
                <a:ext cx="1053058" cy="1053058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A2104-A8BD-4B32-72A1-5A7781B9BAB8}"/>
                  </a:ext>
                </a:extLst>
              </p:cNvPr>
              <p:cNvSpPr txBox="1"/>
              <p:nvPr/>
            </p:nvSpPr>
            <p:spPr>
              <a:xfrm>
                <a:off x="2602027" y="1448326"/>
                <a:ext cx="1053058" cy="38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925" dirty="0"/>
                  <a:t>x 5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B83050-610A-FC5C-1EA5-1E5B2EFB28C6}"/>
              </a:ext>
            </a:extLst>
          </p:cNvPr>
          <p:cNvGrpSpPr/>
          <p:nvPr/>
        </p:nvGrpSpPr>
        <p:grpSpPr>
          <a:xfrm>
            <a:off x="2870861" y="1201450"/>
            <a:ext cx="2355331" cy="1661161"/>
            <a:chOff x="1299754" y="807719"/>
            <a:chExt cx="2355331" cy="166116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AC9B9A-A715-D0B0-9E55-B8D87CBC08FA}"/>
                </a:ext>
              </a:extLst>
            </p:cNvPr>
            <p:cNvSpPr/>
            <p:nvPr/>
          </p:nvSpPr>
          <p:spPr>
            <a:xfrm>
              <a:off x="1299754" y="807719"/>
              <a:ext cx="1809206" cy="16611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925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AE21FFD-D7E6-EF1A-4FA9-38E364880470}"/>
                </a:ext>
              </a:extLst>
            </p:cNvPr>
            <p:cNvGrpSpPr/>
            <p:nvPr/>
          </p:nvGrpSpPr>
          <p:grpSpPr>
            <a:xfrm>
              <a:off x="1548969" y="1106463"/>
              <a:ext cx="2106116" cy="1053058"/>
              <a:chOff x="1548969" y="1106463"/>
              <a:chExt cx="2106116" cy="1053058"/>
            </a:xfrm>
          </p:grpSpPr>
          <p:pic>
            <p:nvPicPr>
              <p:cNvPr id="15" name="Picture 14" descr="A cartoon of a plant&#10;&#10;AI-generated content may be incorrect.">
                <a:extLst>
                  <a:ext uri="{FF2B5EF4-FFF2-40B4-BE49-F238E27FC236}">
                    <a16:creationId xmlns:a16="http://schemas.microsoft.com/office/drawing/2014/main" id="{12B69DBF-EFF2-3572-A535-98380ADD6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969" y="1106463"/>
                <a:ext cx="1053058" cy="1053058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1D3C55-9CAE-A094-F3D1-FF339EBA5DEA}"/>
                  </a:ext>
                </a:extLst>
              </p:cNvPr>
              <p:cNvSpPr txBox="1"/>
              <p:nvPr/>
            </p:nvSpPr>
            <p:spPr>
              <a:xfrm>
                <a:off x="2602027" y="1448326"/>
                <a:ext cx="1053058" cy="38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925" dirty="0"/>
                  <a:t>x 5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128A4A-0836-B2C6-F189-2271935F3D0A}"/>
              </a:ext>
            </a:extLst>
          </p:cNvPr>
          <p:cNvGrpSpPr/>
          <p:nvPr/>
        </p:nvGrpSpPr>
        <p:grpSpPr>
          <a:xfrm>
            <a:off x="4680067" y="1203761"/>
            <a:ext cx="2355331" cy="1661161"/>
            <a:chOff x="1299754" y="807719"/>
            <a:chExt cx="2355331" cy="166116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602C22A-AFBF-0F05-AED6-BB56663395B6}"/>
                </a:ext>
              </a:extLst>
            </p:cNvPr>
            <p:cNvSpPr/>
            <p:nvPr/>
          </p:nvSpPr>
          <p:spPr>
            <a:xfrm>
              <a:off x="1299754" y="807719"/>
              <a:ext cx="1809206" cy="16611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925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F828F0D-36CB-EF3B-7960-26BA6A28D818}"/>
                </a:ext>
              </a:extLst>
            </p:cNvPr>
            <p:cNvGrpSpPr/>
            <p:nvPr/>
          </p:nvGrpSpPr>
          <p:grpSpPr>
            <a:xfrm>
              <a:off x="1548969" y="1106463"/>
              <a:ext cx="2106116" cy="1053058"/>
              <a:chOff x="1548969" y="1106463"/>
              <a:chExt cx="2106116" cy="1053058"/>
            </a:xfrm>
          </p:grpSpPr>
          <p:pic>
            <p:nvPicPr>
              <p:cNvPr id="20" name="Picture 19" descr="A cartoon of a plant&#10;&#10;AI-generated content may be incorrect.">
                <a:extLst>
                  <a:ext uri="{FF2B5EF4-FFF2-40B4-BE49-F238E27FC236}">
                    <a16:creationId xmlns:a16="http://schemas.microsoft.com/office/drawing/2014/main" id="{9BED7503-5C26-A904-0A40-EF4516CE31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969" y="1106463"/>
                <a:ext cx="1053058" cy="1053058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367136-F4B3-B5D3-6C84-AF4D05080964}"/>
                  </a:ext>
                </a:extLst>
              </p:cNvPr>
              <p:cNvSpPr txBox="1"/>
              <p:nvPr/>
            </p:nvSpPr>
            <p:spPr>
              <a:xfrm>
                <a:off x="2602027" y="1448326"/>
                <a:ext cx="1053058" cy="38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925" dirty="0"/>
                  <a:t>x 5</a:t>
                </a: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28F453C-7001-C4DF-3ED7-7BB79C53BEE4}"/>
              </a:ext>
            </a:extLst>
          </p:cNvPr>
          <p:cNvGrpSpPr/>
          <p:nvPr/>
        </p:nvGrpSpPr>
        <p:grpSpPr>
          <a:xfrm>
            <a:off x="10107685" y="1203760"/>
            <a:ext cx="2355331" cy="1661161"/>
            <a:chOff x="1299754" y="807719"/>
            <a:chExt cx="2355331" cy="166116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E510F94-F1C9-03E8-963D-E8CE2BF0B635}"/>
                </a:ext>
              </a:extLst>
            </p:cNvPr>
            <p:cNvSpPr/>
            <p:nvPr/>
          </p:nvSpPr>
          <p:spPr>
            <a:xfrm>
              <a:off x="1299754" y="807719"/>
              <a:ext cx="1809206" cy="16611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925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1871C64-F639-BF46-279E-7EBB5D2BF634}"/>
                </a:ext>
              </a:extLst>
            </p:cNvPr>
            <p:cNvGrpSpPr/>
            <p:nvPr/>
          </p:nvGrpSpPr>
          <p:grpSpPr>
            <a:xfrm>
              <a:off x="1548969" y="1106463"/>
              <a:ext cx="2106116" cy="1053058"/>
              <a:chOff x="1548969" y="1106463"/>
              <a:chExt cx="2106116" cy="1053058"/>
            </a:xfrm>
          </p:grpSpPr>
          <p:pic>
            <p:nvPicPr>
              <p:cNvPr id="25" name="Picture 24" descr="A cartoon of a plant&#10;&#10;AI-generated content may be incorrect.">
                <a:extLst>
                  <a:ext uri="{FF2B5EF4-FFF2-40B4-BE49-F238E27FC236}">
                    <a16:creationId xmlns:a16="http://schemas.microsoft.com/office/drawing/2014/main" id="{CCD2E8D9-B105-7E8C-6776-87F3457A5B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969" y="1106463"/>
                <a:ext cx="1053058" cy="1053058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D42EBCC-01DB-755F-E2BF-F652AD49FB34}"/>
                  </a:ext>
                </a:extLst>
              </p:cNvPr>
              <p:cNvSpPr txBox="1"/>
              <p:nvPr/>
            </p:nvSpPr>
            <p:spPr>
              <a:xfrm>
                <a:off x="2602027" y="1448326"/>
                <a:ext cx="1053058" cy="38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925" dirty="0"/>
                  <a:t>x 5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C0C3B2F-BD83-157F-0F4C-B1D6F4CE290D}"/>
              </a:ext>
            </a:extLst>
          </p:cNvPr>
          <p:cNvGrpSpPr/>
          <p:nvPr/>
        </p:nvGrpSpPr>
        <p:grpSpPr>
          <a:xfrm>
            <a:off x="8298479" y="1199503"/>
            <a:ext cx="2355331" cy="1661161"/>
            <a:chOff x="1299754" y="807719"/>
            <a:chExt cx="2355331" cy="1661161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3941C58-1B2C-CD55-7282-E73A2992A733}"/>
                </a:ext>
              </a:extLst>
            </p:cNvPr>
            <p:cNvSpPr/>
            <p:nvPr/>
          </p:nvSpPr>
          <p:spPr>
            <a:xfrm>
              <a:off x="1299754" y="807719"/>
              <a:ext cx="1809206" cy="16611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925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0BEC8EF-8E86-FA79-568F-056521D55B01}"/>
                </a:ext>
              </a:extLst>
            </p:cNvPr>
            <p:cNvGrpSpPr/>
            <p:nvPr/>
          </p:nvGrpSpPr>
          <p:grpSpPr>
            <a:xfrm>
              <a:off x="1548969" y="1106463"/>
              <a:ext cx="2106116" cy="1053058"/>
              <a:chOff x="1548969" y="1106463"/>
              <a:chExt cx="2106116" cy="1053058"/>
            </a:xfrm>
          </p:grpSpPr>
          <p:pic>
            <p:nvPicPr>
              <p:cNvPr id="30" name="Picture 29" descr="A cartoon of a plant&#10;&#10;AI-generated content may be incorrect.">
                <a:extLst>
                  <a:ext uri="{FF2B5EF4-FFF2-40B4-BE49-F238E27FC236}">
                    <a16:creationId xmlns:a16="http://schemas.microsoft.com/office/drawing/2014/main" id="{0E8FE899-59A2-21CF-7C50-135D11EEE5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969" y="1106463"/>
                <a:ext cx="1053058" cy="1053058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B1E3A1B-33B3-29DD-25B4-4ECC93D9FB03}"/>
                  </a:ext>
                </a:extLst>
              </p:cNvPr>
              <p:cNvSpPr txBox="1"/>
              <p:nvPr/>
            </p:nvSpPr>
            <p:spPr>
              <a:xfrm>
                <a:off x="2602027" y="1448326"/>
                <a:ext cx="1053058" cy="38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925" dirty="0"/>
                  <a:t>x 5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FD4203-8991-18E5-B84A-EA8304B6EDB1}"/>
              </a:ext>
            </a:extLst>
          </p:cNvPr>
          <p:cNvGrpSpPr/>
          <p:nvPr/>
        </p:nvGrpSpPr>
        <p:grpSpPr>
          <a:xfrm>
            <a:off x="6495459" y="1203761"/>
            <a:ext cx="2355331" cy="1661161"/>
            <a:chOff x="1299754" y="807719"/>
            <a:chExt cx="2355331" cy="1661161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24303CC-1895-34AF-BEF9-292702A2D3FF}"/>
                </a:ext>
              </a:extLst>
            </p:cNvPr>
            <p:cNvSpPr/>
            <p:nvPr/>
          </p:nvSpPr>
          <p:spPr>
            <a:xfrm>
              <a:off x="1299754" y="807719"/>
              <a:ext cx="1809206" cy="16611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925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8EE31C2-B1F9-AEBE-47FA-E7BD74541925}"/>
                </a:ext>
              </a:extLst>
            </p:cNvPr>
            <p:cNvGrpSpPr/>
            <p:nvPr/>
          </p:nvGrpSpPr>
          <p:grpSpPr>
            <a:xfrm>
              <a:off x="1548969" y="1106463"/>
              <a:ext cx="2106116" cy="1053058"/>
              <a:chOff x="1548969" y="1106463"/>
              <a:chExt cx="2106116" cy="1053058"/>
            </a:xfrm>
          </p:grpSpPr>
          <p:pic>
            <p:nvPicPr>
              <p:cNvPr id="35" name="Picture 34" descr="A cartoon of a plant&#10;&#10;AI-generated content may be incorrect.">
                <a:extLst>
                  <a:ext uri="{FF2B5EF4-FFF2-40B4-BE49-F238E27FC236}">
                    <a16:creationId xmlns:a16="http://schemas.microsoft.com/office/drawing/2014/main" id="{010831AE-2CC2-83E3-F67F-9B67B0211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969" y="1106463"/>
                <a:ext cx="1053058" cy="1053058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9DEC5CA-EF59-64DB-3611-41687945BA4B}"/>
                  </a:ext>
                </a:extLst>
              </p:cNvPr>
              <p:cNvSpPr txBox="1"/>
              <p:nvPr/>
            </p:nvSpPr>
            <p:spPr>
              <a:xfrm>
                <a:off x="2602027" y="1448326"/>
                <a:ext cx="1053058" cy="38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925" dirty="0"/>
                  <a:t>x 5</a:t>
                </a:r>
              </a:p>
            </p:txBody>
          </p:sp>
        </p:grpSp>
      </p:grpSp>
      <p:sp>
        <p:nvSpPr>
          <p:cNvPr id="38" name="AutoShape 5" descr="Yellow Beam Spotlight Clipart Design">
            <a:extLst>
              <a:ext uri="{FF2B5EF4-FFF2-40B4-BE49-F238E27FC236}">
                <a16:creationId xmlns:a16="http://schemas.microsoft.com/office/drawing/2014/main" id="{4B0D6813-3BAE-C36B-3AB8-B3826D0105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99213" y="28667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925"/>
          </a:p>
        </p:txBody>
      </p:sp>
      <p:sp>
        <p:nvSpPr>
          <p:cNvPr id="46" name="Trapezium 45">
            <a:extLst>
              <a:ext uri="{FF2B5EF4-FFF2-40B4-BE49-F238E27FC236}">
                <a16:creationId xmlns:a16="http://schemas.microsoft.com/office/drawing/2014/main" id="{50FA6325-D898-A97A-A292-FF062DFC0086}"/>
              </a:ext>
            </a:extLst>
          </p:cNvPr>
          <p:cNvSpPr/>
          <p:nvPr/>
        </p:nvSpPr>
        <p:spPr>
          <a:xfrm rot="10800000">
            <a:off x="659535" y="5258077"/>
            <a:ext cx="1619470" cy="1897380"/>
          </a:xfrm>
          <a:prstGeom prst="trapezoid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5"/>
          </a:p>
        </p:txBody>
      </p:sp>
      <p:pic>
        <p:nvPicPr>
          <p:cNvPr id="47" name="Picture 46" descr="A cartoon of a plant&#10;&#10;AI-generated content may be incorrect.">
            <a:extLst>
              <a:ext uri="{FF2B5EF4-FFF2-40B4-BE49-F238E27FC236}">
                <a16:creationId xmlns:a16="http://schemas.microsoft.com/office/drawing/2014/main" id="{E4374EF5-AE3C-28A4-8A21-0E4CCD110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40" y="5299233"/>
            <a:ext cx="1053058" cy="1053058"/>
          </a:xfrm>
          <a:prstGeom prst="rect">
            <a:avLst/>
          </a:prstGeom>
        </p:spPr>
      </p:pic>
      <p:sp>
        <p:nvSpPr>
          <p:cNvPr id="48" name="Trapezium 47">
            <a:extLst>
              <a:ext uri="{FF2B5EF4-FFF2-40B4-BE49-F238E27FC236}">
                <a16:creationId xmlns:a16="http://schemas.microsoft.com/office/drawing/2014/main" id="{E0917C5B-50F8-B324-BA99-FEF2B8A09720}"/>
              </a:ext>
            </a:extLst>
          </p:cNvPr>
          <p:cNvSpPr/>
          <p:nvPr/>
        </p:nvSpPr>
        <p:spPr>
          <a:xfrm rot="10800000">
            <a:off x="2403898" y="5258077"/>
            <a:ext cx="1619470" cy="1897380"/>
          </a:xfrm>
          <a:prstGeom prst="trapezoid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5" dirty="0">
              <a:solidFill>
                <a:srgbClr val="002060"/>
              </a:solidFill>
            </a:endParaRPr>
          </a:p>
        </p:txBody>
      </p:sp>
      <p:pic>
        <p:nvPicPr>
          <p:cNvPr id="49" name="Picture 48" descr="A cartoon of a plant&#10;&#10;AI-generated content may be incorrect.">
            <a:extLst>
              <a:ext uri="{FF2B5EF4-FFF2-40B4-BE49-F238E27FC236}">
                <a16:creationId xmlns:a16="http://schemas.microsoft.com/office/drawing/2014/main" id="{CAA747CC-755C-0C32-441B-1EB6DD7F9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104" y="5294118"/>
            <a:ext cx="1053058" cy="1053058"/>
          </a:xfrm>
          <a:prstGeom prst="rect">
            <a:avLst/>
          </a:prstGeom>
        </p:spPr>
      </p:pic>
      <p:sp>
        <p:nvSpPr>
          <p:cNvPr id="50" name="Trapezium 49">
            <a:extLst>
              <a:ext uri="{FF2B5EF4-FFF2-40B4-BE49-F238E27FC236}">
                <a16:creationId xmlns:a16="http://schemas.microsoft.com/office/drawing/2014/main" id="{6130620A-34D4-3407-7FAA-6FDE9584564C}"/>
              </a:ext>
            </a:extLst>
          </p:cNvPr>
          <p:cNvSpPr/>
          <p:nvPr/>
        </p:nvSpPr>
        <p:spPr>
          <a:xfrm rot="10800000">
            <a:off x="4148261" y="5258077"/>
            <a:ext cx="1619470" cy="1897380"/>
          </a:xfrm>
          <a:prstGeom prst="trapezoid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5"/>
          </a:p>
        </p:txBody>
      </p:sp>
      <p:pic>
        <p:nvPicPr>
          <p:cNvPr id="51" name="Picture 50" descr="A cartoon of a plant&#10;&#10;AI-generated content may be incorrect.">
            <a:extLst>
              <a:ext uri="{FF2B5EF4-FFF2-40B4-BE49-F238E27FC236}">
                <a16:creationId xmlns:a16="http://schemas.microsoft.com/office/drawing/2014/main" id="{BEDA273F-D942-268C-1FFF-A0FFFED5C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466" y="5299238"/>
            <a:ext cx="1053058" cy="1053058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D1F769A-18A8-035E-3F97-8BDB162A7DD7}"/>
              </a:ext>
            </a:extLst>
          </p:cNvPr>
          <p:cNvSpPr txBox="1"/>
          <p:nvPr/>
        </p:nvSpPr>
        <p:spPr>
          <a:xfrm>
            <a:off x="1097167" y="6475781"/>
            <a:ext cx="857610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25" dirty="0"/>
              <a:t>+NO</a:t>
            </a:r>
            <a:r>
              <a:rPr lang="en-GB" sz="1925" baseline="-25000" dirty="0"/>
              <a:t>3</a:t>
            </a:r>
            <a:endParaRPr lang="en-GB" sz="1925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A02C3B-18D9-9A1C-4260-35B56DAB524C}"/>
              </a:ext>
            </a:extLst>
          </p:cNvPr>
          <p:cNvSpPr txBox="1"/>
          <p:nvPr/>
        </p:nvSpPr>
        <p:spPr>
          <a:xfrm>
            <a:off x="2830037" y="6475780"/>
            <a:ext cx="744211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25" dirty="0"/>
              <a:t>+PO</a:t>
            </a:r>
            <a:r>
              <a:rPr lang="en-GB" sz="1925" baseline="-25000" dirty="0"/>
              <a:t>4</a:t>
            </a:r>
            <a:endParaRPr lang="en-GB" sz="1925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0B8745-A847-873E-CD38-1F817B1E3A1A}"/>
              </a:ext>
            </a:extLst>
          </p:cNvPr>
          <p:cNvSpPr txBox="1"/>
          <p:nvPr/>
        </p:nvSpPr>
        <p:spPr>
          <a:xfrm>
            <a:off x="4585891" y="6393458"/>
            <a:ext cx="928594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25" dirty="0"/>
              <a:t>+PO</a:t>
            </a:r>
            <a:r>
              <a:rPr lang="en-GB" sz="1925" baseline="-25000" dirty="0"/>
              <a:t>4</a:t>
            </a:r>
          </a:p>
          <a:p>
            <a:r>
              <a:rPr lang="en-GB" sz="1925" dirty="0"/>
              <a:t>+NO</a:t>
            </a:r>
            <a:r>
              <a:rPr lang="en-GB" sz="1925" baseline="-25000" dirty="0"/>
              <a:t>3</a:t>
            </a:r>
            <a:endParaRPr lang="en-GB" sz="1925" dirty="0"/>
          </a:p>
          <a:p>
            <a:endParaRPr lang="en-GB" sz="1925" dirty="0"/>
          </a:p>
        </p:txBody>
      </p:sp>
      <p:sp>
        <p:nvSpPr>
          <p:cNvPr id="55" name="Trapezium 54">
            <a:extLst>
              <a:ext uri="{FF2B5EF4-FFF2-40B4-BE49-F238E27FC236}">
                <a16:creationId xmlns:a16="http://schemas.microsoft.com/office/drawing/2014/main" id="{F9F2365F-7895-9303-B372-DEF2009A64EF}"/>
              </a:ext>
            </a:extLst>
          </p:cNvPr>
          <p:cNvSpPr/>
          <p:nvPr/>
        </p:nvSpPr>
        <p:spPr>
          <a:xfrm rot="10800000">
            <a:off x="5881130" y="5258077"/>
            <a:ext cx="1619470" cy="1897380"/>
          </a:xfrm>
          <a:prstGeom prst="trapezoid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5"/>
          </a:p>
        </p:txBody>
      </p:sp>
      <p:pic>
        <p:nvPicPr>
          <p:cNvPr id="56" name="Picture 55" descr="A cartoon of a plant&#10;&#10;AI-generated content may be incorrect.">
            <a:extLst>
              <a:ext uri="{FF2B5EF4-FFF2-40B4-BE49-F238E27FC236}">
                <a16:creationId xmlns:a16="http://schemas.microsoft.com/office/drawing/2014/main" id="{E61E66A5-9194-E732-95E5-C11EAA478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953" y="5309966"/>
            <a:ext cx="1053058" cy="1053058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192BC70-D5FA-119F-8FB6-AD20DB40D2F0}"/>
              </a:ext>
            </a:extLst>
          </p:cNvPr>
          <p:cNvSpPr txBox="1"/>
          <p:nvPr/>
        </p:nvSpPr>
        <p:spPr>
          <a:xfrm>
            <a:off x="6226567" y="6486508"/>
            <a:ext cx="1044635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25" dirty="0"/>
              <a:t>Control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2889267-4473-E705-EE41-5C342A9D37CD}"/>
              </a:ext>
            </a:extLst>
          </p:cNvPr>
          <p:cNvSpPr txBox="1"/>
          <p:nvPr/>
        </p:nvSpPr>
        <p:spPr>
          <a:xfrm>
            <a:off x="7856432" y="3812479"/>
            <a:ext cx="2693295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25" dirty="0"/>
              <a:t>Agitated water </a:t>
            </a:r>
          </a:p>
          <a:p>
            <a:pPr algn="ctr"/>
            <a:r>
              <a:rPr lang="en-GB" sz="1925" dirty="0"/>
              <a:t>with turbulence generators</a:t>
            </a:r>
          </a:p>
        </p:txBody>
      </p: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CEC06165-59EF-B7DE-9FBF-8B0CCC8149D8}"/>
              </a:ext>
            </a:extLst>
          </p:cNvPr>
          <p:cNvCxnSpPr>
            <a:cxnSpLocks/>
            <a:stCxn id="63" idx="3"/>
            <a:endCxn id="25" idx="2"/>
          </p:cNvCxnSpPr>
          <p:nvPr/>
        </p:nvCxnSpPr>
        <p:spPr>
          <a:xfrm flipV="1">
            <a:off x="9777429" y="2555562"/>
            <a:ext cx="1106000" cy="905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21BA0607-A48F-AAB5-37BA-1195C54A94DE}"/>
              </a:ext>
            </a:extLst>
          </p:cNvPr>
          <p:cNvCxnSpPr>
            <a:cxnSpLocks/>
            <a:endCxn id="30" idx="2"/>
          </p:cNvCxnSpPr>
          <p:nvPr/>
        </p:nvCxnSpPr>
        <p:spPr>
          <a:xfrm flipH="1" flipV="1">
            <a:off x="9074223" y="2551305"/>
            <a:ext cx="157081" cy="5550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DBCC0F16-68EE-532F-7896-189B40EC48F3}"/>
              </a:ext>
            </a:extLst>
          </p:cNvPr>
          <p:cNvSpPr txBox="1"/>
          <p:nvPr/>
        </p:nvSpPr>
        <p:spPr>
          <a:xfrm>
            <a:off x="926888" y="7206275"/>
            <a:ext cx="6571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Nutrient Spiking: Seaweed + stones dipped for x# hours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0C006B2B-AF6A-EAB8-4F2B-DD558F7D1B5E}"/>
              </a:ext>
            </a:extLst>
          </p:cNvPr>
          <p:cNvSpPr txBox="1"/>
          <p:nvPr/>
        </p:nvSpPr>
        <p:spPr>
          <a:xfrm>
            <a:off x="2461774" y="2916810"/>
            <a:ext cx="2693295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25" dirty="0"/>
              <a:t>No water agitation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94050A45-FBEA-D3C4-13A3-AAFE5E9E0F48}"/>
              </a:ext>
            </a:extLst>
          </p:cNvPr>
          <p:cNvCxnSpPr>
            <a:cxnSpLocks/>
          </p:cNvCxnSpPr>
          <p:nvPr/>
        </p:nvCxnSpPr>
        <p:spPr>
          <a:xfrm flipH="1" flipV="1">
            <a:off x="1822649" y="2555563"/>
            <a:ext cx="1007388" cy="5508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ED14E633-6F13-A5A3-BC92-8BA425B8C30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812558" y="2555563"/>
            <a:ext cx="643253" cy="5508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915E4BB0-4F00-DA21-1FD9-DCFA64E348F4}"/>
              </a:ext>
            </a:extLst>
          </p:cNvPr>
          <p:cNvCxnSpPr>
            <a:cxnSpLocks/>
            <a:stCxn id="1044" idx="0"/>
            <a:endCxn id="15" idx="2"/>
          </p:cNvCxnSpPr>
          <p:nvPr/>
        </p:nvCxnSpPr>
        <p:spPr>
          <a:xfrm flipH="1" flipV="1">
            <a:off x="3646605" y="2553252"/>
            <a:ext cx="161817" cy="3635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2" name="Picture 9" descr="Spotlight Clipart Stock Illustrations ...">
            <a:extLst>
              <a:ext uri="{FF2B5EF4-FFF2-40B4-BE49-F238E27FC236}">
                <a16:creationId xmlns:a16="http://schemas.microsoft.com/office/drawing/2014/main" id="{EF86674B-ABDC-7CEA-F6E8-EBB0FB8A2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492950" y="0"/>
            <a:ext cx="1060838" cy="106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9" descr="Spotlight Clipart Stock Illustrations ...">
            <a:extLst>
              <a:ext uri="{FF2B5EF4-FFF2-40B4-BE49-F238E27FC236}">
                <a16:creationId xmlns:a16="http://schemas.microsoft.com/office/drawing/2014/main" id="{BD1D0966-59C8-145F-51D6-71610EE80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425503" y="7805"/>
            <a:ext cx="1060838" cy="106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9" descr="Spotlight Clipart Stock Illustrations ...">
            <a:extLst>
              <a:ext uri="{FF2B5EF4-FFF2-40B4-BE49-F238E27FC236}">
                <a16:creationId xmlns:a16="http://schemas.microsoft.com/office/drawing/2014/main" id="{B52A41B8-186E-68DE-6B6E-193DD7D54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191834" y="7805"/>
            <a:ext cx="1060838" cy="106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9" descr="Spotlight Clipart Stock Illustrations ...">
            <a:extLst>
              <a:ext uri="{FF2B5EF4-FFF2-40B4-BE49-F238E27FC236}">
                <a16:creationId xmlns:a16="http://schemas.microsoft.com/office/drawing/2014/main" id="{51A024FC-D8A5-837A-2E15-CD8BD3537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50790" y="0"/>
            <a:ext cx="1060838" cy="106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9" descr="Spotlight Clipart Stock Illustrations ...">
            <a:extLst>
              <a:ext uri="{FF2B5EF4-FFF2-40B4-BE49-F238E27FC236}">
                <a16:creationId xmlns:a16="http://schemas.microsoft.com/office/drawing/2014/main" id="{AED80D0B-B864-AB55-6652-00B84982F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79688" y="16740"/>
            <a:ext cx="1060838" cy="106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8" name="Arrow: Right 1057">
            <a:extLst>
              <a:ext uri="{FF2B5EF4-FFF2-40B4-BE49-F238E27FC236}">
                <a16:creationId xmlns:a16="http://schemas.microsoft.com/office/drawing/2014/main" id="{7FB75CA4-EC25-D1C8-6AC4-5ECA48196AEF}"/>
              </a:ext>
            </a:extLst>
          </p:cNvPr>
          <p:cNvSpPr/>
          <p:nvPr/>
        </p:nvSpPr>
        <p:spPr>
          <a:xfrm>
            <a:off x="731519" y="758747"/>
            <a:ext cx="11445241" cy="34946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C924CBDC-FFD2-7892-CD4F-7641AA352155}"/>
              </a:ext>
            </a:extLst>
          </p:cNvPr>
          <p:cNvGrpSpPr/>
          <p:nvPr/>
        </p:nvGrpSpPr>
        <p:grpSpPr>
          <a:xfrm>
            <a:off x="1966557" y="897900"/>
            <a:ext cx="358593" cy="515979"/>
            <a:chOff x="1149810" y="4204669"/>
            <a:chExt cx="358593" cy="515979"/>
          </a:xfrm>
        </p:grpSpPr>
        <p:sp>
          <p:nvSpPr>
            <p:cNvPr id="1064" name="Arrow: Right 1063">
              <a:extLst>
                <a:ext uri="{FF2B5EF4-FFF2-40B4-BE49-F238E27FC236}">
                  <a16:creationId xmlns:a16="http://schemas.microsoft.com/office/drawing/2014/main" id="{028C3AD6-5D66-1326-653B-46ADB05BA477}"/>
                </a:ext>
              </a:extLst>
            </p:cNvPr>
            <p:cNvSpPr/>
            <p:nvPr/>
          </p:nvSpPr>
          <p:spPr>
            <a:xfrm rot="5400000">
              <a:off x="1062418" y="4415552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65" name="Arrow: Right 1064">
              <a:extLst>
                <a:ext uri="{FF2B5EF4-FFF2-40B4-BE49-F238E27FC236}">
                  <a16:creationId xmlns:a16="http://schemas.microsoft.com/office/drawing/2014/main" id="{9DC2EFB6-7B87-09A7-F911-290D6FC339E6}"/>
                </a:ext>
              </a:extLst>
            </p:cNvPr>
            <p:cNvSpPr/>
            <p:nvPr/>
          </p:nvSpPr>
          <p:spPr>
            <a:xfrm rot="16200000">
              <a:off x="1203308" y="4292061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9F7B6DB7-6BA9-1FE2-BAF7-2336D881836D}"/>
              </a:ext>
            </a:extLst>
          </p:cNvPr>
          <p:cNvGrpSpPr/>
          <p:nvPr/>
        </p:nvGrpSpPr>
        <p:grpSpPr>
          <a:xfrm>
            <a:off x="3720453" y="897900"/>
            <a:ext cx="358593" cy="515979"/>
            <a:chOff x="1149810" y="4204669"/>
            <a:chExt cx="358593" cy="515979"/>
          </a:xfrm>
        </p:grpSpPr>
        <p:sp>
          <p:nvSpPr>
            <p:cNvPr id="1067" name="Arrow: Right 1066">
              <a:extLst>
                <a:ext uri="{FF2B5EF4-FFF2-40B4-BE49-F238E27FC236}">
                  <a16:creationId xmlns:a16="http://schemas.microsoft.com/office/drawing/2014/main" id="{B8698E27-9F30-41A8-CD6D-24B46FC20FB4}"/>
                </a:ext>
              </a:extLst>
            </p:cNvPr>
            <p:cNvSpPr/>
            <p:nvPr/>
          </p:nvSpPr>
          <p:spPr>
            <a:xfrm rot="5400000">
              <a:off x="1062418" y="4415552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68" name="Arrow: Right 1067">
              <a:extLst>
                <a:ext uri="{FF2B5EF4-FFF2-40B4-BE49-F238E27FC236}">
                  <a16:creationId xmlns:a16="http://schemas.microsoft.com/office/drawing/2014/main" id="{7DDBD1A2-7BC6-D364-3CEA-27A6DC4C4861}"/>
                </a:ext>
              </a:extLst>
            </p:cNvPr>
            <p:cNvSpPr/>
            <p:nvPr/>
          </p:nvSpPr>
          <p:spPr>
            <a:xfrm rot="16200000">
              <a:off x="1203308" y="4292061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E8D97073-04DB-8E31-C71C-9814A8C1F2E4}"/>
              </a:ext>
            </a:extLst>
          </p:cNvPr>
          <p:cNvGrpSpPr/>
          <p:nvPr/>
        </p:nvGrpSpPr>
        <p:grpSpPr>
          <a:xfrm>
            <a:off x="5679391" y="897900"/>
            <a:ext cx="358593" cy="515979"/>
            <a:chOff x="1149810" y="4204669"/>
            <a:chExt cx="358593" cy="515979"/>
          </a:xfrm>
        </p:grpSpPr>
        <p:sp>
          <p:nvSpPr>
            <p:cNvPr id="1070" name="Arrow: Right 1069">
              <a:extLst>
                <a:ext uri="{FF2B5EF4-FFF2-40B4-BE49-F238E27FC236}">
                  <a16:creationId xmlns:a16="http://schemas.microsoft.com/office/drawing/2014/main" id="{A43F7864-502B-68F4-1514-936716913E88}"/>
                </a:ext>
              </a:extLst>
            </p:cNvPr>
            <p:cNvSpPr/>
            <p:nvPr/>
          </p:nvSpPr>
          <p:spPr>
            <a:xfrm rot="5400000">
              <a:off x="1062418" y="4415552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71" name="Arrow: Right 1070">
              <a:extLst>
                <a:ext uri="{FF2B5EF4-FFF2-40B4-BE49-F238E27FC236}">
                  <a16:creationId xmlns:a16="http://schemas.microsoft.com/office/drawing/2014/main" id="{14E599A3-E0BB-DFBC-8730-143976A5343B}"/>
                </a:ext>
              </a:extLst>
            </p:cNvPr>
            <p:cNvSpPr/>
            <p:nvPr/>
          </p:nvSpPr>
          <p:spPr>
            <a:xfrm rot="16200000">
              <a:off x="1203308" y="4292061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BE0CB4A8-C3D6-576D-26CB-5388BD4A9522}"/>
              </a:ext>
            </a:extLst>
          </p:cNvPr>
          <p:cNvGrpSpPr/>
          <p:nvPr/>
        </p:nvGrpSpPr>
        <p:grpSpPr>
          <a:xfrm>
            <a:off x="7431203" y="896071"/>
            <a:ext cx="358593" cy="515979"/>
            <a:chOff x="1149810" y="4204669"/>
            <a:chExt cx="358593" cy="515979"/>
          </a:xfrm>
        </p:grpSpPr>
        <p:sp>
          <p:nvSpPr>
            <p:cNvPr id="1073" name="Arrow: Right 1072">
              <a:extLst>
                <a:ext uri="{FF2B5EF4-FFF2-40B4-BE49-F238E27FC236}">
                  <a16:creationId xmlns:a16="http://schemas.microsoft.com/office/drawing/2014/main" id="{EE922DA6-96BE-1641-2A01-63D7B6B6ACB9}"/>
                </a:ext>
              </a:extLst>
            </p:cNvPr>
            <p:cNvSpPr/>
            <p:nvPr/>
          </p:nvSpPr>
          <p:spPr>
            <a:xfrm rot="5400000">
              <a:off x="1062418" y="4415552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74" name="Arrow: Right 1073">
              <a:extLst>
                <a:ext uri="{FF2B5EF4-FFF2-40B4-BE49-F238E27FC236}">
                  <a16:creationId xmlns:a16="http://schemas.microsoft.com/office/drawing/2014/main" id="{FBE4E01D-441C-CDA3-BC05-A56F11598E45}"/>
                </a:ext>
              </a:extLst>
            </p:cNvPr>
            <p:cNvSpPr/>
            <p:nvPr/>
          </p:nvSpPr>
          <p:spPr>
            <a:xfrm rot="16200000">
              <a:off x="1203308" y="4292061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39DDD708-DCC2-FFC6-F52B-F7A170658978}"/>
              </a:ext>
            </a:extLst>
          </p:cNvPr>
          <p:cNvGrpSpPr/>
          <p:nvPr/>
        </p:nvGrpSpPr>
        <p:grpSpPr>
          <a:xfrm>
            <a:off x="9120733" y="897900"/>
            <a:ext cx="358593" cy="515979"/>
            <a:chOff x="1149810" y="4204669"/>
            <a:chExt cx="358593" cy="515979"/>
          </a:xfrm>
        </p:grpSpPr>
        <p:sp>
          <p:nvSpPr>
            <p:cNvPr id="1076" name="Arrow: Right 1075">
              <a:extLst>
                <a:ext uri="{FF2B5EF4-FFF2-40B4-BE49-F238E27FC236}">
                  <a16:creationId xmlns:a16="http://schemas.microsoft.com/office/drawing/2014/main" id="{D9B65663-1ED6-4375-D3E3-6C09E5B26DC6}"/>
                </a:ext>
              </a:extLst>
            </p:cNvPr>
            <p:cNvSpPr/>
            <p:nvPr/>
          </p:nvSpPr>
          <p:spPr>
            <a:xfrm rot="5400000">
              <a:off x="1062418" y="4415552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77" name="Arrow: Right 1076">
              <a:extLst>
                <a:ext uri="{FF2B5EF4-FFF2-40B4-BE49-F238E27FC236}">
                  <a16:creationId xmlns:a16="http://schemas.microsoft.com/office/drawing/2014/main" id="{10CCC4D6-06FE-1AD6-C008-2695D46A5875}"/>
                </a:ext>
              </a:extLst>
            </p:cNvPr>
            <p:cNvSpPr/>
            <p:nvPr/>
          </p:nvSpPr>
          <p:spPr>
            <a:xfrm rot="16200000">
              <a:off x="1203308" y="4292061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E310A60-6097-3D96-2317-A29550B01582}"/>
              </a:ext>
            </a:extLst>
          </p:cNvPr>
          <p:cNvGrpSpPr/>
          <p:nvPr/>
        </p:nvGrpSpPr>
        <p:grpSpPr>
          <a:xfrm>
            <a:off x="11020761" y="897900"/>
            <a:ext cx="358593" cy="515979"/>
            <a:chOff x="1149810" y="4204669"/>
            <a:chExt cx="358593" cy="515979"/>
          </a:xfrm>
        </p:grpSpPr>
        <p:sp>
          <p:nvSpPr>
            <p:cNvPr id="1079" name="Arrow: Right 1078">
              <a:extLst>
                <a:ext uri="{FF2B5EF4-FFF2-40B4-BE49-F238E27FC236}">
                  <a16:creationId xmlns:a16="http://schemas.microsoft.com/office/drawing/2014/main" id="{D7BD2563-EB6E-61D8-1ED1-D648C779C35E}"/>
                </a:ext>
              </a:extLst>
            </p:cNvPr>
            <p:cNvSpPr/>
            <p:nvPr/>
          </p:nvSpPr>
          <p:spPr>
            <a:xfrm rot="5400000">
              <a:off x="1062418" y="4415552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80" name="Arrow: Right 1079">
              <a:extLst>
                <a:ext uri="{FF2B5EF4-FFF2-40B4-BE49-F238E27FC236}">
                  <a16:creationId xmlns:a16="http://schemas.microsoft.com/office/drawing/2014/main" id="{6DE57CD7-3BFF-ED72-6E34-E272DF810439}"/>
                </a:ext>
              </a:extLst>
            </p:cNvPr>
            <p:cNvSpPr/>
            <p:nvPr/>
          </p:nvSpPr>
          <p:spPr>
            <a:xfrm rot="16200000">
              <a:off x="1203308" y="4292061"/>
              <a:ext cx="392488" cy="21770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81" name="TextBox 1080">
            <a:extLst>
              <a:ext uri="{FF2B5EF4-FFF2-40B4-BE49-F238E27FC236}">
                <a16:creationId xmlns:a16="http://schemas.microsoft.com/office/drawing/2014/main" id="{9870FCC9-6BB5-D550-0464-271702061171}"/>
              </a:ext>
            </a:extLst>
          </p:cNvPr>
          <p:cNvSpPr txBox="1"/>
          <p:nvPr/>
        </p:nvSpPr>
        <p:spPr>
          <a:xfrm>
            <a:off x="-91162" y="154105"/>
            <a:ext cx="11228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dirty="0"/>
          </a:p>
          <a:p>
            <a:pPr algn="ctr"/>
            <a:endParaRPr lang="en-GB" sz="1400" dirty="0"/>
          </a:p>
          <a:p>
            <a:pPr algn="ctr"/>
            <a:r>
              <a:rPr lang="en-GB" sz="1400" dirty="0"/>
              <a:t>Seawater inlet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8A72559F-E16F-77BC-741D-875241F34BB1}"/>
              </a:ext>
            </a:extLst>
          </p:cNvPr>
          <p:cNvSpPr txBox="1"/>
          <p:nvPr/>
        </p:nvSpPr>
        <p:spPr>
          <a:xfrm>
            <a:off x="11972394" y="132903"/>
            <a:ext cx="11228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dirty="0"/>
          </a:p>
          <a:p>
            <a:pPr algn="ctr"/>
            <a:endParaRPr lang="en-GB" sz="1400" dirty="0"/>
          </a:p>
          <a:p>
            <a:pPr algn="ctr"/>
            <a:r>
              <a:rPr lang="en-GB" sz="1400" dirty="0"/>
              <a:t>Seawater output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EAF6BD35-CC56-7AAA-DF85-6C20343B31F6}"/>
              </a:ext>
            </a:extLst>
          </p:cNvPr>
          <p:cNvSpPr txBox="1"/>
          <p:nvPr/>
        </p:nvSpPr>
        <p:spPr>
          <a:xfrm>
            <a:off x="8099641" y="5558163"/>
            <a:ext cx="4632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Responses:</a:t>
            </a:r>
          </a:p>
          <a:p>
            <a:pPr marL="342900" indent="-342900">
              <a:buAutoNum type="arabicPeriod"/>
            </a:pPr>
            <a:r>
              <a:rPr lang="en-GB" dirty="0"/>
              <a:t>after 1 week exposure measure </a:t>
            </a:r>
            <a:r>
              <a:rPr lang="en-GB" b="1" dirty="0"/>
              <a:t>biofilm 	</a:t>
            </a:r>
            <a:r>
              <a:rPr lang="en-GB" dirty="0"/>
              <a:t>within variable nutrient treatments</a:t>
            </a:r>
          </a:p>
          <a:p>
            <a:pPr marL="342900" indent="-342900">
              <a:buAutoNum type="arabicPeriod"/>
            </a:pPr>
            <a:r>
              <a:rPr lang="en-GB" dirty="0"/>
              <a:t>Biofouling coverage / diversity / location</a:t>
            </a:r>
          </a:p>
          <a:p>
            <a:pPr marL="342900" indent="-342900">
              <a:buAutoNum type="arabicPeriod"/>
            </a:pPr>
            <a:r>
              <a:rPr lang="en-GB" dirty="0"/>
              <a:t>Kelp growth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90437F10-6A2C-167A-A919-F6D4628D96AE}"/>
              </a:ext>
            </a:extLst>
          </p:cNvPr>
          <p:cNvSpPr txBox="1"/>
          <p:nvPr/>
        </p:nvSpPr>
        <p:spPr>
          <a:xfrm>
            <a:off x="2603103" y="-43012"/>
            <a:ext cx="928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Light source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6706C5DD-F299-44C8-7A2A-ADDAD777D5D6}"/>
              </a:ext>
            </a:extLst>
          </p:cNvPr>
          <p:cNvSpPr txBox="1"/>
          <p:nvPr/>
        </p:nvSpPr>
        <p:spPr>
          <a:xfrm>
            <a:off x="1075142" y="3651497"/>
            <a:ext cx="443934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Replicate seaweed unit within coloured / labelled tray to be identifiable during tank rotations</a:t>
            </a:r>
          </a:p>
        </p:txBody>
      </p: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C7F7A8C9-BCB4-7765-76AB-603E8C0F82B3}"/>
              </a:ext>
            </a:extLst>
          </p:cNvPr>
          <p:cNvCxnSpPr>
            <a:cxnSpLocks/>
          </p:cNvCxnSpPr>
          <p:nvPr/>
        </p:nvCxnSpPr>
        <p:spPr>
          <a:xfrm flipV="1">
            <a:off x="1547686" y="2570691"/>
            <a:ext cx="24029" cy="1080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03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81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Calum Young (PGR)</dc:creator>
  <cp:lastModifiedBy>Calum Young (PGR)</cp:lastModifiedBy>
  <cp:revision>2</cp:revision>
  <dcterms:created xsi:type="dcterms:W3CDTF">2025-03-04T15:26:37Z</dcterms:created>
  <dcterms:modified xsi:type="dcterms:W3CDTF">2025-03-04T16:40:12Z</dcterms:modified>
</cp:coreProperties>
</file>