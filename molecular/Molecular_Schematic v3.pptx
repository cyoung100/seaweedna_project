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</p:sldIdLst>
  <p:sldSz cx="19792950" cy="35194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A3E6C6"/>
    <a:srgbClr val="F2CFEE"/>
    <a:srgbClr val="CAEEF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501" y="-5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4119" y="5759904"/>
            <a:ext cx="14844713" cy="12253031"/>
          </a:xfrm>
        </p:spPr>
        <p:txBody>
          <a:bodyPr anchor="b"/>
          <a:lstStyle>
            <a:lvl1pPr algn="ctr">
              <a:defRPr sz="97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4119" y="18485459"/>
            <a:ext cx="14844713" cy="8497278"/>
          </a:xfrm>
        </p:spPr>
        <p:txBody>
          <a:bodyPr/>
          <a:lstStyle>
            <a:lvl1pPr marL="0" indent="0" algn="ctr">
              <a:buNone/>
              <a:defRPr sz="3896"/>
            </a:lvl1pPr>
            <a:lvl2pPr marL="742200" indent="0" algn="ctr">
              <a:buNone/>
              <a:defRPr sz="3247"/>
            </a:lvl2pPr>
            <a:lvl3pPr marL="1484401" indent="0" algn="ctr">
              <a:buNone/>
              <a:defRPr sz="2922"/>
            </a:lvl3pPr>
            <a:lvl4pPr marL="2226601" indent="0" algn="ctr">
              <a:buNone/>
              <a:defRPr sz="2597"/>
            </a:lvl4pPr>
            <a:lvl5pPr marL="2968801" indent="0" algn="ctr">
              <a:buNone/>
              <a:defRPr sz="2597"/>
            </a:lvl5pPr>
            <a:lvl6pPr marL="3711001" indent="0" algn="ctr">
              <a:buNone/>
              <a:defRPr sz="2597"/>
            </a:lvl6pPr>
            <a:lvl7pPr marL="4453201" indent="0" algn="ctr">
              <a:buNone/>
              <a:defRPr sz="2597"/>
            </a:lvl7pPr>
            <a:lvl8pPr marL="5195402" indent="0" algn="ctr">
              <a:buNone/>
              <a:defRPr sz="2597"/>
            </a:lvl8pPr>
            <a:lvl9pPr marL="5937602" indent="0" algn="ctr">
              <a:buNone/>
              <a:defRPr sz="259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823D-17EE-4D14-80EE-78E2BB369492}" type="datetimeFigureOut">
              <a:rPr lang="en-GB" smtClean="0"/>
              <a:t>17/02/2025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E310-3860-4642-AC8B-1BFD36E512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305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823D-17EE-4D14-80EE-78E2BB369492}" type="datetimeFigureOut">
              <a:rPr lang="en-GB" smtClean="0"/>
              <a:t>17/02/2025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E310-3860-4642-AC8B-1BFD36E512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1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457" y="8774285"/>
            <a:ext cx="17071419" cy="14640087"/>
          </a:xfrm>
        </p:spPr>
        <p:txBody>
          <a:bodyPr anchor="b"/>
          <a:lstStyle>
            <a:lvl1pPr>
              <a:defRPr sz="97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0457" y="23552872"/>
            <a:ext cx="17071419" cy="7698876"/>
          </a:xfrm>
        </p:spPr>
        <p:txBody>
          <a:bodyPr/>
          <a:lstStyle>
            <a:lvl1pPr marL="0" indent="0">
              <a:buNone/>
              <a:defRPr sz="3896">
                <a:solidFill>
                  <a:schemeClr val="tx1">
                    <a:tint val="82000"/>
                  </a:schemeClr>
                </a:solidFill>
              </a:defRPr>
            </a:lvl1pPr>
            <a:lvl2pPr marL="742200" indent="0">
              <a:buNone/>
              <a:defRPr sz="3247">
                <a:solidFill>
                  <a:schemeClr val="tx1">
                    <a:tint val="82000"/>
                  </a:schemeClr>
                </a:solidFill>
              </a:defRPr>
            </a:lvl2pPr>
            <a:lvl3pPr marL="1484401" indent="0">
              <a:buNone/>
              <a:defRPr sz="2922">
                <a:solidFill>
                  <a:schemeClr val="tx1">
                    <a:tint val="82000"/>
                  </a:schemeClr>
                </a:solidFill>
              </a:defRPr>
            </a:lvl3pPr>
            <a:lvl4pPr marL="2226601" indent="0">
              <a:buNone/>
              <a:defRPr sz="2597">
                <a:solidFill>
                  <a:schemeClr val="tx1">
                    <a:tint val="82000"/>
                  </a:schemeClr>
                </a:solidFill>
              </a:defRPr>
            </a:lvl4pPr>
            <a:lvl5pPr marL="2968801" indent="0">
              <a:buNone/>
              <a:defRPr sz="2597">
                <a:solidFill>
                  <a:schemeClr val="tx1">
                    <a:tint val="82000"/>
                  </a:schemeClr>
                </a:solidFill>
              </a:defRPr>
            </a:lvl5pPr>
            <a:lvl6pPr marL="3711001" indent="0">
              <a:buNone/>
              <a:defRPr sz="2597">
                <a:solidFill>
                  <a:schemeClr val="tx1">
                    <a:tint val="82000"/>
                  </a:schemeClr>
                </a:solidFill>
              </a:defRPr>
            </a:lvl6pPr>
            <a:lvl7pPr marL="4453201" indent="0">
              <a:buNone/>
              <a:defRPr sz="2597">
                <a:solidFill>
                  <a:schemeClr val="tx1">
                    <a:tint val="82000"/>
                  </a:schemeClr>
                </a:solidFill>
              </a:defRPr>
            </a:lvl7pPr>
            <a:lvl8pPr marL="5195402" indent="0">
              <a:buNone/>
              <a:defRPr sz="2597">
                <a:solidFill>
                  <a:schemeClr val="tx1">
                    <a:tint val="82000"/>
                  </a:schemeClr>
                </a:solidFill>
              </a:defRPr>
            </a:lvl8pPr>
            <a:lvl9pPr marL="5937602" indent="0">
              <a:buNone/>
              <a:defRPr sz="25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823D-17EE-4D14-80EE-78E2BB369492}" type="datetimeFigureOut">
              <a:rPr lang="en-GB" smtClean="0"/>
              <a:t>17/02/2025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E310-3860-4642-AC8B-1BFD36E512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880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0765" y="9369006"/>
            <a:ext cx="8412004" cy="22330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20181" y="9369006"/>
            <a:ext cx="8412004" cy="22330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823D-17EE-4D14-80EE-78E2BB369492}" type="datetimeFigureOut">
              <a:rPr lang="en-GB" smtClean="0"/>
              <a:t>17/02/2025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E310-3860-4642-AC8B-1BFD36E512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299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44" y="1873805"/>
            <a:ext cx="17071419" cy="68027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344" y="8627635"/>
            <a:ext cx="8373345" cy="4228270"/>
          </a:xfrm>
        </p:spPr>
        <p:txBody>
          <a:bodyPr anchor="b"/>
          <a:lstStyle>
            <a:lvl1pPr marL="0" indent="0">
              <a:buNone/>
              <a:defRPr sz="3896" b="1"/>
            </a:lvl1pPr>
            <a:lvl2pPr marL="742200" indent="0">
              <a:buNone/>
              <a:defRPr sz="3247" b="1"/>
            </a:lvl2pPr>
            <a:lvl3pPr marL="1484401" indent="0">
              <a:buNone/>
              <a:defRPr sz="2922" b="1"/>
            </a:lvl3pPr>
            <a:lvl4pPr marL="2226601" indent="0">
              <a:buNone/>
              <a:defRPr sz="2597" b="1"/>
            </a:lvl4pPr>
            <a:lvl5pPr marL="2968801" indent="0">
              <a:buNone/>
              <a:defRPr sz="2597" b="1"/>
            </a:lvl5pPr>
            <a:lvl6pPr marL="3711001" indent="0">
              <a:buNone/>
              <a:defRPr sz="2597" b="1"/>
            </a:lvl6pPr>
            <a:lvl7pPr marL="4453201" indent="0">
              <a:buNone/>
              <a:defRPr sz="2597" b="1"/>
            </a:lvl7pPr>
            <a:lvl8pPr marL="5195402" indent="0">
              <a:buNone/>
              <a:defRPr sz="2597" b="1"/>
            </a:lvl8pPr>
            <a:lvl9pPr marL="5937602" indent="0">
              <a:buNone/>
              <a:defRPr sz="25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3344" y="12855905"/>
            <a:ext cx="8373345" cy="189091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20181" y="8627635"/>
            <a:ext cx="8414582" cy="4228270"/>
          </a:xfrm>
        </p:spPr>
        <p:txBody>
          <a:bodyPr anchor="b"/>
          <a:lstStyle>
            <a:lvl1pPr marL="0" indent="0">
              <a:buNone/>
              <a:defRPr sz="3896" b="1"/>
            </a:lvl1pPr>
            <a:lvl2pPr marL="742200" indent="0">
              <a:buNone/>
              <a:defRPr sz="3247" b="1"/>
            </a:lvl2pPr>
            <a:lvl3pPr marL="1484401" indent="0">
              <a:buNone/>
              <a:defRPr sz="2922" b="1"/>
            </a:lvl3pPr>
            <a:lvl4pPr marL="2226601" indent="0">
              <a:buNone/>
              <a:defRPr sz="2597" b="1"/>
            </a:lvl4pPr>
            <a:lvl5pPr marL="2968801" indent="0">
              <a:buNone/>
              <a:defRPr sz="2597" b="1"/>
            </a:lvl5pPr>
            <a:lvl6pPr marL="3711001" indent="0">
              <a:buNone/>
              <a:defRPr sz="2597" b="1"/>
            </a:lvl6pPr>
            <a:lvl7pPr marL="4453201" indent="0">
              <a:buNone/>
              <a:defRPr sz="2597" b="1"/>
            </a:lvl7pPr>
            <a:lvl8pPr marL="5195402" indent="0">
              <a:buNone/>
              <a:defRPr sz="2597" b="1"/>
            </a:lvl8pPr>
            <a:lvl9pPr marL="5937602" indent="0">
              <a:buNone/>
              <a:defRPr sz="25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20181" y="12855905"/>
            <a:ext cx="8414582" cy="189091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823D-17EE-4D14-80EE-78E2BB369492}" type="datetimeFigureOut">
              <a:rPr lang="en-GB" smtClean="0"/>
              <a:t>17/02/2025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E310-3860-4642-AC8B-1BFD36E512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910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823D-17EE-4D14-80EE-78E2BB369492}" type="datetimeFigureOut">
              <a:rPr lang="en-GB" smtClean="0"/>
              <a:t>17/02/2025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E310-3860-4642-AC8B-1BFD36E512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03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823D-17EE-4D14-80EE-78E2BB369492}" type="datetimeFigureOut">
              <a:rPr lang="en-GB" smtClean="0"/>
              <a:t>17/02/2025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E310-3860-4642-AC8B-1BFD36E512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587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44" y="2346325"/>
            <a:ext cx="6383741" cy="8212138"/>
          </a:xfrm>
        </p:spPr>
        <p:txBody>
          <a:bodyPr anchor="b"/>
          <a:lstStyle>
            <a:lvl1pPr>
              <a:defRPr sz="51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4582" y="5067413"/>
            <a:ext cx="10020181" cy="25011173"/>
          </a:xfrm>
        </p:spPr>
        <p:txBody>
          <a:bodyPr/>
          <a:lstStyle>
            <a:lvl1pPr>
              <a:defRPr sz="5195"/>
            </a:lvl1pPr>
            <a:lvl2pPr>
              <a:defRPr sz="4546"/>
            </a:lvl2pPr>
            <a:lvl3pPr>
              <a:defRPr sz="3896"/>
            </a:lvl3pPr>
            <a:lvl4pPr>
              <a:defRPr sz="3247"/>
            </a:lvl4pPr>
            <a:lvl5pPr>
              <a:defRPr sz="3247"/>
            </a:lvl5pPr>
            <a:lvl6pPr>
              <a:defRPr sz="3247"/>
            </a:lvl6pPr>
            <a:lvl7pPr>
              <a:defRPr sz="3247"/>
            </a:lvl7pPr>
            <a:lvl8pPr>
              <a:defRPr sz="3247"/>
            </a:lvl8pPr>
            <a:lvl9pPr>
              <a:defRPr sz="32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344" y="10558463"/>
            <a:ext cx="6383741" cy="19560858"/>
          </a:xfrm>
        </p:spPr>
        <p:txBody>
          <a:bodyPr/>
          <a:lstStyle>
            <a:lvl1pPr marL="0" indent="0">
              <a:buNone/>
              <a:defRPr sz="2597"/>
            </a:lvl1pPr>
            <a:lvl2pPr marL="742200" indent="0">
              <a:buNone/>
              <a:defRPr sz="2273"/>
            </a:lvl2pPr>
            <a:lvl3pPr marL="1484401" indent="0">
              <a:buNone/>
              <a:defRPr sz="1948"/>
            </a:lvl3pPr>
            <a:lvl4pPr marL="2226601" indent="0">
              <a:buNone/>
              <a:defRPr sz="1623"/>
            </a:lvl4pPr>
            <a:lvl5pPr marL="2968801" indent="0">
              <a:buNone/>
              <a:defRPr sz="1623"/>
            </a:lvl5pPr>
            <a:lvl6pPr marL="3711001" indent="0">
              <a:buNone/>
              <a:defRPr sz="1623"/>
            </a:lvl6pPr>
            <a:lvl7pPr marL="4453201" indent="0">
              <a:buNone/>
              <a:defRPr sz="1623"/>
            </a:lvl7pPr>
            <a:lvl8pPr marL="5195402" indent="0">
              <a:buNone/>
              <a:defRPr sz="1623"/>
            </a:lvl8pPr>
            <a:lvl9pPr marL="5937602" indent="0">
              <a:buNone/>
              <a:defRPr sz="16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823D-17EE-4D14-80EE-78E2BB369492}" type="datetimeFigureOut">
              <a:rPr lang="en-GB" smtClean="0"/>
              <a:t>17/02/2025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E310-3860-4642-AC8B-1BFD36E512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92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44" y="2346325"/>
            <a:ext cx="6383741" cy="8212138"/>
          </a:xfrm>
        </p:spPr>
        <p:txBody>
          <a:bodyPr anchor="b"/>
          <a:lstStyle>
            <a:lvl1pPr>
              <a:defRPr sz="51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14582" y="5067413"/>
            <a:ext cx="10020181" cy="25011173"/>
          </a:xfrm>
        </p:spPr>
        <p:txBody>
          <a:bodyPr anchor="t"/>
          <a:lstStyle>
            <a:lvl1pPr marL="0" indent="0">
              <a:buNone/>
              <a:defRPr sz="5195"/>
            </a:lvl1pPr>
            <a:lvl2pPr marL="742200" indent="0">
              <a:buNone/>
              <a:defRPr sz="4546"/>
            </a:lvl2pPr>
            <a:lvl3pPr marL="1484401" indent="0">
              <a:buNone/>
              <a:defRPr sz="3896"/>
            </a:lvl3pPr>
            <a:lvl4pPr marL="2226601" indent="0">
              <a:buNone/>
              <a:defRPr sz="3247"/>
            </a:lvl4pPr>
            <a:lvl5pPr marL="2968801" indent="0">
              <a:buNone/>
              <a:defRPr sz="3247"/>
            </a:lvl5pPr>
            <a:lvl6pPr marL="3711001" indent="0">
              <a:buNone/>
              <a:defRPr sz="3247"/>
            </a:lvl6pPr>
            <a:lvl7pPr marL="4453201" indent="0">
              <a:buNone/>
              <a:defRPr sz="3247"/>
            </a:lvl7pPr>
            <a:lvl8pPr marL="5195402" indent="0">
              <a:buNone/>
              <a:defRPr sz="3247"/>
            </a:lvl8pPr>
            <a:lvl9pPr marL="5937602" indent="0">
              <a:buNone/>
              <a:defRPr sz="324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344" y="10558463"/>
            <a:ext cx="6383741" cy="19560858"/>
          </a:xfrm>
        </p:spPr>
        <p:txBody>
          <a:bodyPr/>
          <a:lstStyle>
            <a:lvl1pPr marL="0" indent="0">
              <a:buNone/>
              <a:defRPr sz="2597"/>
            </a:lvl1pPr>
            <a:lvl2pPr marL="742200" indent="0">
              <a:buNone/>
              <a:defRPr sz="2273"/>
            </a:lvl2pPr>
            <a:lvl3pPr marL="1484401" indent="0">
              <a:buNone/>
              <a:defRPr sz="1948"/>
            </a:lvl3pPr>
            <a:lvl4pPr marL="2226601" indent="0">
              <a:buNone/>
              <a:defRPr sz="1623"/>
            </a:lvl4pPr>
            <a:lvl5pPr marL="2968801" indent="0">
              <a:buNone/>
              <a:defRPr sz="1623"/>
            </a:lvl5pPr>
            <a:lvl6pPr marL="3711001" indent="0">
              <a:buNone/>
              <a:defRPr sz="1623"/>
            </a:lvl6pPr>
            <a:lvl7pPr marL="4453201" indent="0">
              <a:buNone/>
              <a:defRPr sz="1623"/>
            </a:lvl7pPr>
            <a:lvl8pPr marL="5195402" indent="0">
              <a:buNone/>
              <a:defRPr sz="1623"/>
            </a:lvl8pPr>
            <a:lvl9pPr marL="5937602" indent="0">
              <a:buNone/>
              <a:defRPr sz="16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823D-17EE-4D14-80EE-78E2BB369492}" type="datetimeFigureOut">
              <a:rPr lang="en-GB" smtClean="0"/>
              <a:t>17/02/2025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E310-3860-4642-AC8B-1BFD36E512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382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823D-17EE-4D14-80EE-78E2BB369492}" type="datetimeFigureOut">
              <a:rPr lang="en-GB" smtClean="0"/>
              <a:t>17/02/2025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E310-3860-4642-AC8B-1BFD36E512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289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64330" y="1873800"/>
            <a:ext cx="4267855" cy="298260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0765" y="1873800"/>
            <a:ext cx="12556153" cy="298260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823D-17EE-4D14-80EE-78E2BB369492}" type="datetimeFigureOut">
              <a:rPr lang="en-GB" smtClean="0"/>
              <a:t>17/02/2025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E310-3860-4642-AC8B-1BFD36E512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903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0766" y="1873805"/>
            <a:ext cx="17071419" cy="6802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0766" y="9369006"/>
            <a:ext cx="17071419" cy="22330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0765" y="32620439"/>
            <a:ext cx="4453414" cy="1873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8823D-17EE-4D14-80EE-78E2BB369492}" type="datetimeFigureOut">
              <a:rPr lang="en-GB" smtClean="0"/>
              <a:t>17/02/2025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56415" y="32620439"/>
            <a:ext cx="6680121" cy="1873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78771" y="32620439"/>
            <a:ext cx="4453414" cy="1873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FE310-3860-4642-AC8B-1BFD36E512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344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639873" rtl="0" eaLnBrk="1" latinLnBrk="0" hangingPunct="1">
        <a:lnSpc>
          <a:spcPct val="90000"/>
        </a:lnSpc>
        <a:spcBef>
          <a:spcPct val="0"/>
        </a:spcBef>
        <a:buNone/>
        <a:defRPr sz="127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9968" indent="-659968" algn="l" defTabSz="2639873" rtl="0" eaLnBrk="1" latinLnBrk="0" hangingPunct="1">
        <a:lnSpc>
          <a:spcPct val="90000"/>
        </a:lnSpc>
        <a:spcBef>
          <a:spcPts val="2887"/>
        </a:spcBef>
        <a:buFont typeface="Arial" panose="020B0604020202020204" pitchFamily="34" charset="0"/>
        <a:buChar char="•"/>
        <a:defRPr sz="8084" kern="1200">
          <a:solidFill>
            <a:schemeClr val="tx1"/>
          </a:solidFill>
          <a:latin typeface="+mn-lt"/>
          <a:ea typeface="+mn-ea"/>
          <a:cs typeface="+mn-cs"/>
        </a:defRPr>
      </a:lvl1pPr>
      <a:lvl2pPr marL="1979905" indent="-659968" algn="l" defTabSz="2639873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6929" kern="1200">
          <a:solidFill>
            <a:schemeClr val="tx1"/>
          </a:solidFill>
          <a:latin typeface="+mn-lt"/>
          <a:ea typeface="+mn-ea"/>
          <a:cs typeface="+mn-cs"/>
        </a:defRPr>
      </a:lvl2pPr>
      <a:lvl3pPr marL="3299841" indent="-659968" algn="l" defTabSz="2639873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5774" kern="1200">
          <a:solidFill>
            <a:schemeClr val="tx1"/>
          </a:solidFill>
          <a:latin typeface="+mn-lt"/>
          <a:ea typeface="+mn-ea"/>
          <a:cs typeface="+mn-cs"/>
        </a:defRPr>
      </a:lvl3pPr>
      <a:lvl4pPr marL="4619777" indent="-659968" algn="l" defTabSz="2639873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5197" kern="1200">
          <a:solidFill>
            <a:schemeClr val="tx1"/>
          </a:solidFill>
          <a:latin typeface="+mn-lt"/>
          <a:ea typeface="+mn-ea"/>
          <a:cs typeface="+mn-cs"/>
        </a:defRPr>
      </a:lvl4pPr>
      <a:lvl5pPr marL="5939714" indent="-659968" algn="l" defTabSz="2639873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5197" kern="1200">
          <a:solidFill>
            <a:schemeClr val="tx1"/>
          </a:solidFill>
          <a:latin typeface="+mn-lt"/>
          <a:ea typeface="+mn-ea"/>
          <a:cs typeface="+mn-cs"/>
        </a:defRPr>
      </a:lvl5pPr>
      <a:lvl6pPr marL="7259650" indent="-659968" algn="l" defTabSz="2639873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5197" kern="1200">
          <a:solidFill>
            <a:schemeClr val="tx1"/>
          </a:solidFill>
          <a:latin typeface="+mn-lt"/>
          <a:ea typeface="+mn-ea"/>
          <a:cs typeface="+mn-cs"/>
        </a:defRPr>
      </a:lvl6pPr>
      <a:lvl7pPr marL="8579587" indent="-659968" algn="l" defTabSz="2639873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5197" kern="1200">
          <a:solidFill>
            <a:schemeClr val="tx1"/>
          </a:solidFill>
          <a:latin typeface="+mn-lt"/>
          <a:ea typeface="+mn-ea"/>
          <a:cs typeface="+mn-cs"/>
        </a:defRPr>
      </a:lvl7pPr>
      <a:lvl8pPr marL="9899523" indent="-659968" algn="l" defTabSz="2639873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5197" kern="1200">
          <a:solidFill>
            <a:schemeClr val="tx1"/>
          </a:solidFill>
          <a:latin typeface="+mn-lt"/>
          <a:ea typeface="+mn-ea"/>
          <a:cs typeface="+mn-cs"/>
        </a:defRPr>
      </a:lvl8pPr>
      <a:lvl9pPr marL="11219459" indent="-659968" algn="l" defTabSz="2639873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51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39873" rtl="0" eaLnBrk="1" latinLnBrk="0" hangingPunct="1">
        <a:defRPr sz="5197" kern="1200">
          <a:solidFill>
            <a:schemeClr val="tx1"/>
          </a:solidFill>
          <a:latin typeface="+mn-lt"/>
          <a:ea typeface="+mn-ea"/>
          <a:cs typeface="+mn-cs"/>
        </a:defRPr>
      </a:lvl1pPr>
      <a:lvl2pPr marL="1319936" algn="l" defTabSz="2639873" rtl="0" eaLnBrk="1" latinLnBrk="0" hangingPunct="1">
        <a:defRPr sz="5197" kern="1200">
          <a:solidFill>
            <a:schemeClr val="tx1"/>
          </a:solidFill>
          <a:latin typeface="+mn-lt"/>
          <a:ea typeface="+mn-ea"/>
          <a:cs typeface="+mn-cs"/>
        </a:defRPr>
      </a:lvl2pPr>
      <a:lvl3pPr marL="2639873" algn="l" defTabSz="2639873" rtl="0" eaLnBrk="1" latinLnBrk="0" hangingPunct="1">
        <a:defRPr sz="5197" kern="1200">
          <a:solidFill>
            <a:schemeClr val="tx1"/>
          </a:solidFill>
          <a:latin typeface="+mn-lt"/>
          <a:ea typeface="+mn-ea"/>
          <a:cs typeface="+mn-cs"/>
        </a:defRPr>
      </a:lvl3pPr>
      <a:lvl4pPr marL="3959809" algn="l" defTabSz="2639873" rtl="0" eaLnBrk="1" latinLnBrk="0" hangingPunct="1">
        <a:defRPr sz="5197" kern="1200">
          <a:solidFill>
            <a:schemeClr val="tx1"/>
          </a:solidFill>
          <a:latin typeface="+mn-lt"/>
          <a:ea typeface="+mn-ea"/>
          <a:cs typeface="+mn-cs"/>
        </a:defRPr>
      </a:lvl4pPr>
      <a:lvl5pPr marL="5279746" algn="l" defTabSz="2639873" rtl="0" eaLnBrk="1" latinLnBrk="0" hangingPunct="1">
        <a:defRPr sz="5197" kern="1200">
          <a:solidFill>
            <a:schemeClr val="tx1"/>
          </a:solidFill>
          <a:latin typeface="+mn-lt"/>
          <a:ea typeface="+mn-ea"/>
          <a:cs typeface="+mn-cs"/>
        </a:defRPr>
      </a:lvl5pPr>
      <a:lvl6pPr marL="6599682" algn="l" defTabSz="2639873" rtl="0" eaLnBrk="1" latinLnBrk="0" hangingPunct="1">
        <a:defRPr sz="5197" kern="1200">
          <a:solidFill>
            <a:schemeClr val="tx1"/>
          </a:solidFill>
          <a:latin typeface="+mn-lt"/>
          <a:ea typeface="+mn-ea"/>
          <a:cs typeface="+mn-cs"/>
        </a:defRPr>
      </a:lvl6pPr>
      <a:lvl7pPr marL="7919618" algn="l" defTabSz="2639873" rtl="0" eaLnBrk="1" latinLnBrk="0" hangingPunct="1">
        <a:defRPr sz="5197" kern="1200">
          <a:solidFill>
            <a:schemeClr val="tx1"/>
          </a:solidFill>
          <a:latin typeface="+mn-lt"/>
          <a:ea typeface="+mn-ea"/>
          <a:cs typeface="+mn-cs"/>
        </a:defRPr>
      </a:lvl7pPr>
      <a:lvl8pPr marL="9239555" algn="l" defTabSz="2639873" rtl="0" eaLnBrk="1" latinLnBrk="0" hangingPunct="1">
        <a:defRPr sz="5197" kern="1200">
          <a:solidFill>
            <a:schemeClr val="tx1"/>
          </a:solidFill>
          <a:latin typeface="+mn-lt"/>
          <a:ea typeface="+mn-ea"/>
          <a:cs typeface="+mn-cs"/>
        </a:defRPr>
      </a:lvl8pPr>
      <a:lvl9pPr marL="10559491" algn="l" defTabSz="2639873" rtl="0" eaLnBrk="1" latinLnBrk="0" hangingPunct="1">
        <a:defRPr sz="51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D2A69-ABB3-4922-20AA-34D021DA4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43F0C9B9-E7A4-C44F-9079-AD6766AADD91}"/>
              </a:ext>
            </a:extLst>
          </p:cNvPr>
          <p:cNvSpPr/>
          <p:nvPr/>
        </p:nvSpPr>
        <p:spPr>
          <a:xfrm>
            <a:off x="2360960" y="118310"/>
            <a:ext cx="6929631" cy="6732032"/>
          </a:xfrm>
          <a:prstGeom prst="roundRect">
            <a:avLst/>
          </a:prstGeom>
          <a:solidFill>
            <a:srgbClr val="FFFF00">
              <a:alpha val="34000"/>
            </a:srgbClr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2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8166992E-C67C-28A7-011F-4D9884E2CC53}"/>
              </a:ext>
            </a:extLst>
          </p:cNvPr>
          <p:cNvSpPr/>
          <p:nvPr/>
        </p:nvSpPr>
        <p:spPr>
          <a:xfrm>
            <a:off x="718343" y="7529486"/>
            <a:ext cx="4586007" cy="3894554"/>
          </a:xfrm>
          <a:prstGeom prst="roundRect">
            <a:avLst/>
          </a:prstGeom>
          <a:solidFill>
            <a:srgbClr val="CAEEFB">
              <a:alpha val="29000"/>
            </a:srgbClr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2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7E0D5342-B3EE-6237-3F2A-A7BED4125C22}"/>
              </a:ext>
            </a:extLst>
          </p:cNvPr>
          <p:cNvSpPr/>
          <p:nvPr/>
        </p:nvSpPr>
        <p:spPr>
          <a:xfrm>
            <a:off x="3465926" y="22958699"/>
            <a:ext cx="4660389" cy="1677491"/>
          </a:xfrm>
          <a:prstGeom prst="roundRect">
            <a:avLst/>
          </a:prstGeom>
          <a:solidFill>
            <a:srgbClr val="A3E6C6">
              <a:alpha val="38000"/>
            </a:srgbClr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C5688C56-A810-DB77-A58D-A60E9D9ECE27}"/>
              </a:ext>
            </a:extLst>
          </p:cNvPr>
          <p:cNvSpPr/>
          <p:nvPr/>
        </p:nvSpPr>
        <p:spPr>
          <a:xfrm>
            <a:off x="6060466" y="13399081"/>
            <a:ext cx="3379074" cy="1239241"/>
          </a:xfrm>
          <a:prstGeom prst="roundRect">
            <a:avLst/>
          </a:prstGeom>
          <a:solidFill>
            <a:srgbClr val="F2CFEE">
              <a:alpha val="47000"/>
            </a:srgbClr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3D04FBC-CD3E-3301-4C2B-A6BBD24F8032}"/>
              </a:ext>
            </a:extLst>
          </p:cNvPr>
          <p:cNvSpPr/>
          <p:nvPr/>
        </p:nvSpPr>
        <p:spPr>
          <a:xfrm>
            <a:off x="6483941" y="7568797"/>
            <a:ext cx="4409131" cy="3050958"/>
          </a:xfrm>
          <a:prstGeom prst="roundRect">
            <a:avLst/>
          </a:prstGeom>
          <a:solidFill>
            <a:srgbClr val="F2CFEE">
              <a:alpha val="47000"/>
            </a:srgbClr>
          </a:solidFill>
          <a:ln w="381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05F83-39C5-EFAD-5576-01A977DA1EB0}"/>
              </a:ext>
            </a:extLst>
          </p:cNvPr>
          <p:cNvSpPr txBox="1"/>
          <p:nvPr/>
        </p:nvSpPr>
        <p:spPr>
          <a:xfrm>
            <a:off x="2949050" y="135894"/>
            <a:ext cx="5753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/>
              <a:t>Identify one epibiont (bryozoan or hydrozoan) </a:t>
            </a:r>
          </a:p>
          <a:p>
            <a:pPr algn="ctr"/>
            <a:r>
              <a:rPr lang="en-GB" sz="1400"/>
              <a:t>via microscopy on a blade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730E7-13D0-A1A7-48EB-47DF61F0F025}"/>
              </a:ext>
            </a:extLst>
          </p:cNvPr>
          <p:cNvSpPr txBox="1"/>
          <p:nvPr/>
        </p:nvSpPr>
        <p:spPr>
          <a:xfrm>
            <a:off x="3415255" y="865230"/>
            <a:ext cx="4821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Extract species DNA (</a:t>
            </a:r>
            <a:r>
              <a:rPr lang="en-GB" sz="1400" dirty="0" err="1"/>
              <a:t>Dneasy</a:t>
            </a:r>
            <a:r>
              <a:rPr lang="en-GB" sz="1400" dirty="0"/>
              <a:t> Blood and tissue)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A0BCAE-8D64-C415-B5D9-D4509A25A2CD}"/>
              </a:ext>
            </a:extLst>
          </p:cNvPr>
          <p:cNvSpPr txBox="1"/>
          <p:nvPr/>
        </p:nvSpPr>
        <p:spPr>
          <a:xfrm>
            <a:off x="2949050" y="3913908"/>
            <a:ext cx="5753453" cy="267366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Sequence amplified CO1 gene region (Dundee)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CAF4A-8FCD-9D9B-111B-D416E22D790A}"/>
              </a:ext>
            </a:extLst>
          </p:cNvPr>
          <p:cNvSpPr txBox="1"/>
          <p:nvPr/>
        </p:nvSpPr>
        <p:spPr>
          <a:xfrm>
            <a:off x="2949050" y="3406998"/>
            <a:ext cx="5753453" cy="267366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PCR amplification of CO1 gene using generic primers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DC98EC-CE04-5F54-16F9-AA5F8C88F477}"/>
              </a:ext>
            </a:extLst>
          </p:cNvPr>
          <p:cNvSpPr txBox="1"/>
          <p:nvPr/>
        </p:nvSpPr>
        <p:spPr>
          <a:xfrm>
            <a:off x="2949050" y="4421618"/>
            <a:ext cx="5753453" cy="267366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BLAST search of the sequence region to ID species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022078-FCA8-C5B1-45F7-DE6F0964E540}"/>
              </a:ext>
            </a:extLst>
          </p:cNvPr>
          <p:cNvSpPr txBox="1"/>
          <p:nvPr/>
        </p:nvSpPr>
        <p:spPr>
          <a:xfrm>
            <a:off x="2949050" y="6194361"/>
            <a:ext cx="5753453" cy="698253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Output:</a:t>
            </a:r>
          </a:p>
          <a:p>
            <a:pPr algn="ctr"/>
            <a:r>
              <a:rPr lang="en-GB" sz="1400" dirty="0"/>
              <a:t>Database of biofouling species per taxon </a:t>
            </a:r>
            <a:r>
              <a:rPr lang="en-GB" sz="1400" dirty="0" err="1"/>
              <a:t>hydrozoa</a:t>
            </a:r>
            <a:r>
              <a:rPr lang="en-GB" sz="1400" dirty="0"/>
              <a:t> or </a:t>
            </a:r>
            <a:r>
              <a:rPr lang="en-GB" sz="1400" dirty="0" err="1"/>
              <a:t>bryozoa</a:t>
            </a:r>
            <a:r>
              <a:rPr lang="en-GB" sz="1400" dirty="0"/>
              <a:t> identifying which are most problematic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DF7E28C-D99E-1272-7A23-BE56C46854CA}"/>
              </a:ext>
            </a:extLst>
          </p:cNvPr>
          <p:cNvSpPr/>
          <p:nvPr/>
        </p:nvSpPr>
        <p:spPr>
          <a:xfrm>
            <a:off x="1823244" y="29662210"/>
            <a:ext cx="6683520" cy="4981224"/>
          </a:xfrm>
          <a:prstGeom prst="roundRect">
            <a:avLst/>
          </a:prstGeom>
          <a:solidFill>
            <a:srgbClr val="BFBFBF">
              <a:alpha val="7843"/>
            </a:srgbClr>
          </a:solidFill>
          <a:ln w="3810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>
              <a:ln>
                <a:solidFill>
                  <a:schemeClr val="tx1"/>
                </a:solidFill>
                <a:prstDash val="dashDot"/>
              </a:ln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BC7DB7-2E46-A2C5-AAC2-4FDE87C6CE92}"/>
              </a:ext>
            </a:extLst>
          </p:cNvPr>
          <p:cNvSpPr txBox="1"/>
          <p:nvPr/>
        </p:nvSpPr>
        <p:spPr>
          <a:xfrm>
            <a:off x="395338" y="18386250"/>
            <a:ext cx="339768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400" dirty="0"/>
              <a:t>Filter plankton eDNA from seawater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CD8FE6-7AB0-CB47-BA0D-56606845B2BD}"/>
              </a:ext>
            </a:extLst>
          </p:cNvPr>
          <p:cNvSpPr txBox="1"/>
          <p:nvPr/>
        </p:nvSpPr>
        <p:spPr>
          <a:xfrm>
            <a:off x="3726368" y="4911265"/>
            <a:ext cx="4198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Assess genetic diversity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8E6569-D24F-10F7-0C6A-FC7EA31E4CDE}"/>
              </a:ext>
            </a:extLst>
          </p:cNvPr>
          <p:cNvSpPr txBox="1"/>
          <p:nvPr/>
        </p:nvSpPr>
        <p:spPr>
          <a:xfrm>
            <a:off x="2949050" y="5438380"/>
            <a:ext cx="5753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Build a phylogenetic tree to understand species relationships within the taxon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25056EF-2A90-7A68-C27F-175E3562C5AD}"/>
              </a:ext>
            </a:extLst>
          </p:cNvPr>
          <p:cNvCxnSpPr>
            <a:cxnSpLocks/>
            <a:stCxn id="29" idx="2"/>
            <a:endCxn id="63" idx="0"/>
          </p:cNvCxnSpPr>
          <p:nvPr/>
        </p:nvCxnSpPr>
        <p:spPr>
          <a:xfrm flipH="1">
            <a:off x="2998032" y="6892614"/>
            <a:ext cx="2827745" cy="665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6EB23DE-88DC-CACE-77F0-57FC5C929E20}"/>
              </a:ext>
            </a:extLst>
          </p:cNvPr>
          <p:cNvSpPr txBox="1"/>
          <p:nvPr/>
        </p:nvSpPr>
        <p:spPr>
          <a:xfrm>
            <a:off x="1088164" y="7558486"/>
            <a:ext cx="3819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Species within a taxon are few &lt;10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B504653-1814-A532-B647-CC8416B7853D}"/>
              </a:ext>
            </a:extLst>
          </p:cNvPr>
          <p:cNvSpPr txBox="1"/>
          <p:nvPr/>
        </p:nvSpPr>
        <p:spPr>
          <a:xfrm>
            <a:off x="6734526" y="7513057"/>
            <a:ext cx="4016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Species within a taxon are plenty &gt;15 : cost-dependent of WGS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6B5DEA9-89BD-A93B-4417-EE6DBAC1D877}"/>
              </a:ext>
            </a:extLst>
          </p:cNvPr>
          <p:cNvCxnSpPr>
            <a:cxnSpLocks/>
            <a:stCxn id="29" idx="2"/>
            <a:endCxn id="64" idx="0"/>
          </p:cNvCxnSpPr>
          <p:nvPr/>
        </p:nvCxnSpPr>
        <p:spPr>
          <a:xfrm>
            <a:off x="5825777" y="6892614"/>
            <a:ext cx="2916790" cy="620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652BD0C-E9A6-849F-6C65-89DD5B956F95}"/>
              </a:ext>
            </a:extLst>
          </p:cNvPr>
          <p:cNvSpPr txBox="1"/>
          <p:nvPr/>
        </p:nvSpPr>
        <p:spPr>
          <a:xfrm>
            <a:off x="6420194" y="8920718"/>
            <a:ext cx="4644745" cy="698253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Develop primers that target multiple related species.</a:t>
            </a:r>
          </a:p>
          <a:p>
            <a:pPr algn="ctr"/>
            <a:r>
              <a:rPr lang="en-GB" sz="1400" dirty="0"/>
              <a:t>Using generic markers:  e.g. CO1, 18S, 24S </a:t>
            </a:r>
          </a:p>
          <a:p>
            <a:pPr algn="ctr"/>
            <a:r>
              <a:rPr lang="en-GB" sz="1400" dirty="0"/>
              <a:t>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0518527-8260-ADF9-139A-4132C8E37270}"/>
              </a:ext>
            </a:extLst>
          </p:cNvPr>
          <p:cNvSpPr txBox="1"/>
          <p:nvPr/>
        </p:nvSpPr>
        <p:spPr>
          <a:xfrm>
            <a:off x="836518" y="8615906"/>
            <a:ext cx="4323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Whole genome sequencing – Dundee: ask processing, alignment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FA3F876-AACC-122C-97A1-6EFCECDD7465}"/>
              </a:ext>
            </a:extLst>
          </p:cNvPr>
          <p:cNvSpPr txBox="1"/>
          <p:nvPr/>
        </p:nvSpPr>
        <p:spPr>
          <a:xfrm>
            <a:off x="956441" y="9650309"/>
            <a:ext cx="4083182" cy="1129140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Design  species-specific primers targeting repeat regions DNA regions.</a:t>
            </a:r>
          </a:p>
          <a:p>
            <a:pPr algn="ctr"/>
            <a:r>
              <a:rPr lang="en-GB" sz="1400" dirty="0"/>
              <a:t>– LINUX has repeat finder programmes – ask martin why non-coding region is being targeted – James Cotton cc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7C9065F-EACD-7F88-2F28-16D857BD852E}"/>
              </a:ext>
            </a:extLst>
          </p:cNvPr>
          <p:cNvSpPr txBox="1"/>
          <p:nvPr/>
        </p:nvSpPr>
        <p:spPr>
          <a:xfrm>
            <a:off x="956441" y="10919545"/>
            <a:ext cx="4083182" cy="482809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Design species-specific quantitative assays  (qPCR / </a:t>
            </a:r>
            <a:r>
              <a:rPr lang="en-GB" sz="1400" dirty="0" err="1"/>
              <a:t>ddPCR</a:t>
            </a:r>
            <a:r>
              <a:rPr lang="en-GB" sz="14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DF3A0-77AC-E107-61D3-A018E41312EA}"/>
              </a:ext>
            </a:extLst>
          </p:cNvPr>
          <p:cNvSpPr txBox="1"/>
          <p:nvPr/>
        </p:nvSpPr>
        <p:spPr>
          <a:xfrm>
            <a:off x="11139978" y="8897721"/>
            <a:ext cx="4052504" cy="482809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Including  single nucleotide polymorphism to ensure specificity 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7D5B29-9197-0F7B-DB71-969761779CEE}"/>
              </a:ext>
            </a:extLst>
          </p:cNvPr>
          <p:cNvSpPr txBox="1"/>
          <p:nvPr/>
        </p:nvSpPr>
        <p:spPr>
          <a:xfrm>
            <a:off x="6692805" y="9587967"/>
            <a:ext cx="4052504" cy="267366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/>
              <a:t>Amplify target DNA and sequence (Dundee)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1F282E-AE99-2EE3-6414-58916F77D2BC}"/>
              </a:ext>
            </a:extLst>
          </p:cNvPr>
          <p:cNvSpPr txBox="1"/>
          <p:nvPr/>
        </p:nvSpPr>
        <p:spPr>
          <a:xfrm>
            <a:off x="6734526" y="10124008"/>
            <a:ext cx="4052504" cy="482809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Confirm clade-level specificity and group genetic diversity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8C43D6-6FCA-1A61-7650-76F5B5F49AA7}"/>
              </a:ext>
            </a:extLst>
          </p:cNvPr>
          <p:cNvCxnSpPr>
            <a:cxnSpLocks/>
          </p:cNvCxnSpPr>
          <p:nvPr/>
        </p:nvCxnSpPr>
        <p:spPr>
          <a:xfrm>
            <a:off x="5825776" y="1159561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A8EC3A9-423E-AE3F-CB10-94F5D3CF0C60}"/>
              </a:ext>
            </a:extLst>
          </p:cNvPr>
          <p:cNvCxnSpPr>
            <a:cxnSpLocks/>
          </p:cNvCxnSpPr>
          <p:nvPr/>
        </p:nvCxnSpPr>
        <p:spPr>
          <a:xfrm>
            <a:off x="5825776" y="2392485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9CCDEF-CBC8-0D03-B532-01BEC3DEB26C}"/>
              </a:ext>
            </a:extLst>
          </p:cNvPr>
          <p:cNvCxnSpPr>
            <a:cxnSpLocks/>
          </p:cNvCxnSpPr>
          <p:nvPr/>
        </p:nvCxnSpPr>
        <p:spPr>
          <a:xfrm>
            <a:off x="5825776" y="4208076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F48450-8B83-7EFD-7AF6-57B78C526A32}"/>
              </a:ext>
            </a:extLst>
          </p:cNvPr>
          <p:cNvCxnSpPr>
            <a:cxnSpLocks/>
          </p:cNvCxnSpPr>
          <p:nvPr/>
        </p:nvCxnSpPr>
        <p:spPr>
          <a:xfrm>
            <a:off x="5825776" y="4715786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F4B267-1E56-E8AC-1EB8-9F8BED5F4F32}"/>
              </a:ext>
            </a:extLst>
          </p:cNvPr>
          <p:cNvCxnSpPr>
            <a:cxnSpLocks/>
          </p:cNvCxnSpPr>
          <p:nvPr/>
        </p:nvCxnSpPr>
        <p:spPr>
          <a:xfrm>
            <a:off x="5825776" y="5245844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C4419CE-6AF5-6A3A-09E2-4B11E356CD4B}"/>
              </a:ext>
            </a:extLst>
          </p:cNvPr>
          <p:cNvCxnSpPr>
            <a:cxnSpLocks/>
          </p:cNvCxnSpPr>
          <p:nvPr/>
        </p:nvCxnSpPr>
        <p:spPr>
          <a:xfrm>
            <a:off x="5825776" y="5993071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6187EC2-653A-19BC-586D-1CBCC27EFA7E}"/>
              </a:ext>
            </a:extLst>
          </p:cNvPr>
          <p:cNvCxnSpPr>
            <a:cxnSpLocks/>
          </p:cNvCxnSpPr>
          <p:nvPr/>
        </p:nvCxnSpPr>
        <p:spPr>
          <a:xfrm>
            <a:off x="2998032" y="8478788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9401985-3722-E173-703B-A66B391F51E1}"/>
              </a:ext>
            </a:extLst>
          </p:cNvPr>
          <p:cNvCxnSpPr>
            <a:cxnSpLocks/>
          </p:cNvCxnSpPr>
          <p:nvPr/>
        </p:nvCxnSpPr>
        <p:spPr>
          <a:xfrm>
            <a:off x="2998032" y="7864354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8AB3FB4-5B14-ECD8-E6B8-064A5C0E7123}"/>
              </a:ext>
            </a:extLst>
          </p:cNvPr>
          <p:cNvSpPr txBox="1"/>
          <p:nvPr/>
        </p:nvSpPr>
        <p:spPr>
          <a:xfrm>
            <a:off x="4327235" y="12232779"/>
            <a:ext cx="2868317" cy="482809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Decide if focus on species-specific or broader taxonomic group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341D399-0DF4-FB45-5C43-44F7B5C17D64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5761394" y="10749893"/>
            <a:ext cx="3047929" cy="1482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B3F4003-B08C-53D4-55AB-D6871C240EEA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955736" y="11455649"/>
            <a:ext cx="2805658" cy="777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F1C26E2-4D96-9C60-2BCD-792FE32C466D}"/>
              </a:ext>
            </a:extLst>
          </p:cNvPr>
          <p:cNvCxnSpPr>
            <a:cxnSpLocks/>
          </p:cNvCxnSpPr>
          <p:nvPr/>
        </p:nvCxnSpPr>
        <p:spPr>
          <a:xfrm>
            <a:off x="2998032" y="9081174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C25386B-E323-DB82-3AE1-21E37CBEC69D}"/>
              </a:ext>
            </a:extLst>
          </p:cNvPr>
          <p:cNvCxnSpPr>
            <a:cxnSpLocks/>
          </p:cNvCxnSpPr>
          <p:nvPr/>
        </p:nvCxnSpPr>
        <p:spPr>
          <a:xfrm>
            <a:off x="5825776" y="723943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D526FCD-875A-BCDA-1936-34670BFDC3E0}"/>
              </a:ext>
            </a:extLst>
          </p:cNvPr>
          <p:cNvCxnSpPr>
            <a:cxnSpLocks/>
            <a:stCxn id="37" idx="2"/>
            <a:endCxn id="86" idx="0"/>
          </p:cNvCxnSpPr>
          <p:nvPr/>
        </p:nvCxnSpPr>
        <p:spPr>
          <a:xfrm>
            <a:off x="5761394" y="12715588"/>
            <a:ext cx="64381" cy="3448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EC6E424-54A4-3A9D-98BB-EC3BCEEB9B6B}"/>
              </a:ext>
            </a:extLst>
          </p:cNvPr>
          <p:cNvCxnSpPr>
            <a:cxnSpLocks/>
            <a:stCxn id="37" idx="2"/>
            <a:endCxn id="56" idx="0"/>
          </p:cNvCxnSpPr>
          <p:nvPr/>
        </p:nvCxnSpPr>
        <p:spPr>
          <a:xfrm>
            <a:off x="5761394" y="12715588"/>
            <a:ext cx="2010574" cy="656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B05C6E5-06A2-0EDC-FC26-EEC9249947F7}"/>
              </a:ext>
            </a:extLst>
          </p:cNvPr>
          <p:cNvSpPr txBox="1"/>
          <p:nvPr/>
        </p:nvSpPr>
        <p:spPr>
          <a:xfrm>
            <a:off x="6017641" y="13371909"/>
            <a:ext cx="3508653" cy="482809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Align sequences from conserved loci (CO1, 18S, 24S) within clade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F36873E-AAA6-A9E3-3B69-84C2B2999481}"/>
              </a:ext>
            </a:extLst>
          </p:cNvPr>
          <p:cNvCxnSpPr>
            <a:cxnSpLocks/>
          </p:cNvCxnSpPr>
          <p:nvPr/>
        </p:nvCxnSpPr>
        <p:spPr>
          <a:xfrm flipV="1">
            <a:off x="6918363" y="16251007"/>
            <a:ext cx="2806662" cy="30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7DB2C74-22DC-85FE-5DD6-BCF7DD57E763}"/>
              </a:ext>
            </a:extLst>
          </p:cNvPr>
          <p:cNvSpPr txBox="1"/>
          <p:nvPr/>
        </p:nvSpPr>
        <p:spPr>
          <a:xfrm>
            <a:off x="6018326" y="14128069"/>
            <a:ext cx="3508653" cy="482809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/>
              <a:t>Design primers to amplify only desired species group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7F7A959-9B03-4501-A516-FB335854E694}"/>
              </a:ext>
            </a:extLst>
          </p:cNvPr>
          <p:cNvCxnSpPr>
            <a:cxnSpLocks/>
          </p:cNvCxnSpPr>
          <p:nvPr/>
        </p:nvCxnSpPr>
        <p:spPr>
          <a:xfrm>
            <a:off x="7735903" y="13932089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9D4F419-3BC6-6280-0E4A-4F0441D75734}"/>
              </a:ext>
            </a:extLst>
          </p:cNvPr>
          <p:cNvCxnSpPr>
            <a:cxnSpLocks/>
            <a:stCxn id="68" idx="2"/>
          </p:cNvCxnSpPr>
          <p:nvPr/>
        </p:nvCxnSpPr>
        <p:spPr>
          <a:xfrm flipH="1">
            <a:off x="5973027" y="14610878"/>
            <a:ext cx="1799626" cy="1453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8AA31C8-6539-16D7-4CF6-FDFA399EA346}"/>
              </a:ext>
            </a:extLst>
          </p:cNvPr>
          <p:cNvSpPr txBox="1"/>
          <p:nvPr/>
        </p:nvSpPr>
        <p:spPr>
          <a:xfrm>
            <a:off x="4071448" y="16164153"/>
            <a:ext cx="3508653" cy="267366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Validate designed primers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094800C-78EC-26C3-2764-C83F0330DB98}"/>
              </a:ext>
            </a:extLst>
          </p:cNvPr>
          <p:cNvCxnSpPr>
            <a:cxnSpLocks/>
          </p:cNvCxnSpPr>
          <p:nvPr/>
        </p:nvCxnSpPr>
        <p:spPr>
          <a:xfrm flipV="1">
            <a:off x="10551824" y="9067941"/>
            <a:ext cx="812607" cy="2019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D820571B-D784-D5CA-B5A4-B6439F0003F2}"/>
              </a:ext>
            </a:extLst>
          </p:cNvPr>
          <p:cNvSpPr txBox="1"/>
          <p:nvPr/>
        </p:nvSpPr>
        <p:spPr>
          <a:xfrm>
            <a:off x="9143269" y="15917400"/>
            <a:ext cx="5131783" cy="267366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Test with known +/- samples to confirm specificity 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BEDDA09-95C6-ED6D-9174-2AD3531E8787}"/>
              </a:ext>
            </a:extLst>
          </p:cNvPr>
          <p:cNvSpPr txBox="1"/>
          <p:nvPr/>
        </p:nvSpPr>
        <p:spPr>
          <a:xfrm>
            <a:off x="9439540" y="16201125"/>
            <a:ext cx="5131783" cy="267366"/>
          </a:xfrm>
          <a:prstGeom prst="rect">
            <a:avLst/>
          </a:prstGeom>
          <a:noFill/>
          <a:ln>
            <a:noFill/>
          </a:ln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Optimise annealing temperature and reaction conditions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28BE5CE-64A9-DC07-9227-05CF37475E2B}"/>
              </a:ext>
            </a:extLst>
          </p:cNvPr>
          <p:cNvSpPr txBox="1"/>
          <p:nvPr/>
        </p:nvSpPr>
        <p:spPr>
          <a:xfrm>
            <a:off x="647150" y="18840664"/>
            <a:ext cx="301972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400" dirty="0"/>
              <a:t>Extract DNA and amplify with tailored primers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3D8552D-4683-0362-B081-E395B551C5C9}"/>
              </a:ext>
            </a:extLst>
          </p:cNvPr>
          <p:cNvSpPr txBox="1"/>
          <p:nvPr/>
        </p:nvSpPr>
        <p:spPr>
          <a:xfrm>
            <a:off x="4564282" y="21734165"/>
            <a:ext cx="239422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400" dirty="0"/>
              <a:t>Perform qPCR / </a:t>
            </a:r>
            <a:r>
              <a:rPr lang="en-GB" sz="1400" dirty="0" err="1"/>
              <a:t>ddPCR</a:t>
            </a:r>
            <a:endParaRPr lang="en-GB" sz="1400" dirty="0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5DEE8618-3030-8B37-981B-C85497CB9C30}"/>
              </a:ext>
            </a:extLst>
          </p:cNvPr>
          <p:cNvCxnSpPr>
            <a:cxnSpLocks/>
          </p:cNvCxnSpPr>
          <p:nvPr/>
        </p:nvCxnSpPr>
        <p:spPr>
          <a:xfrm flipH="1">
            <a:off x="5793584" y="16456846"/>
            <a:ext cx="32190" cy="5130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9E7FC16B-E224-1196-B018-2E637CD39C63}"/>
              </a:ext>
            </a:extLst>
          </p:cNvPr>
          <p:cNvSpPr txBox="1"/>
          <p:nvPr/>
        </p:nvSpPr>
        <p:spPr>
          <a:xfrm>
            <a:off x="3405495" y="23167010"/>
            <a:ext cx="472082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dirty="0"/>
              <a:t>Quantify  target species or clades within a sample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1394AD1-7361-235E-C033-393BBDD83F10}"/>
              </a:ext>
            </a:extLst>
          </p:cNvPr>
          <p:cNvSpPr txBox="1"/>
          <p:nvPr/>
        </p:nvSpPr>
        <p:spPr>
          <a:xfrm>
            <a:off x="3977462" y="23922056"/>
            <a:ext cx="36081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/>
              <a:t>Normalize results to environmental conditions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83A8BC6-BCD9-6FFA-50BE-56FF5892D925}"/>
              </a:ext>
            </a:extLst>
          </p:cNvPr>
          <p:cNvCxnSpPr>
            <a:cxnSpLocks/>
          </p:cNvCxnSpPr>
          <p:nvPr/>
        </p:nvCxnSpPr>
        <p:spPr>
          <a:xfrm>
            <a:off x="5793584" y="23604621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57A1C266-74F1-B5CD-2324-5EE3E58C7652}"/>
              </a:ext>
            </a:extLst>
          </p:cNvPr>
          <p:cNvSpPr txBox="1"/>
          <p:nvPr/>
        </p:nvSpPr>
        <p:spPr>
          <a:xfrm>
            <a:off x="1860383" y="29749064"/>
            <a:ext cx="6507919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dirty="0"/>
              <a:t>Amplify target DNA (species-specific or clade-level) using </a:t>
            </a:r>
            <a:r>
              <a:rPr lang="en-US" sz="1400"/>
              <a:t>designed primers  (PCR)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07F75DC-27E0-7C8D-2F7E-96BAB5B32238}"/>
              </a:ext>
            </a:extLst>
          </p:cNvPr>
          <p:cNvSpPr txBox="1"/>
          <p:nvPr/>
        </p:nvSpPr>
        <p:spPr>
          <a:xfrm>
            <a:off x="3310263" y="30558142"/>
            <a:ext cx="36081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dirty="0"/>
              <a:t>Sequence amplification product using deep sequencing (</a:t>
            </a:r>
            <a:r>
              <a:rPr lang="en-US" sz="1400" dirty="0" err="1"/>
              <a:t>MiSeq</a:t>
            </a:r>
            <a:r>
              <a:rPr lang="en-US" sz="1400" dirty="0"/>
              <a:t>/</a:t>
            </a:r>
            <a:r>
              <a:rPr lang="en-US" sz="1400" dirty="0" err="1"/>
              <a:t>illumina</a:t>
            </a:r>
            <a:r>
              <a:rPr lang="en-US" sz="1400" dirty="0"/>
              <a:t>/</a:t>
            </a:r>
            <a:r>
              <a:rPr lang="en-US" sz="1400" dirty="0" err="1"/>
              <a:t>NextSeq</a:t>
            </a:r>
            <a:r>
              <a:rPr lang="en-US" sz="1400" dirty="0"/>
              <a:t>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06897ED-87C5-449A-1CEE-D557EB9CE761}"/>
              </a:ext>
            </a:extLst>
          </p:cNvPr>
          <p:cNvSpPr txBox="1"/>
          <p:nvPr/>
        </p:nvSpPr>
        <p:spPr>
          <a:xfrm>
            <a:off x="3276515" y="31502065"/>
            <a:ext cx="36081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dirty="0"/>
              <a:t>Generate high-throughput sequence data for libraries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9A6B380-699B-D3F2-5910-EBE5375297F2}"/>
              </a:ext>
            </a:extLst>
          </p:cNvPr>
          <p:cNvSpPr txBox="1"/>
          <p:nvPr/>
        </p:nvSpPr>
        <p:spPr>
          <a:xfrm>
            <a:off x="3377671" y="32479701"/>
            <a:ext cx="36081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/>
              <a:t>Validate amplified DNA aligns with target species / clade specifically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5E0238-4C29-2A57-3FCB-563BE63B6904}"/>
              </a:ext>
            </a:extLst>
          </p:cNvPr>
          <p:cNvSpPr txBox="1"/>
          <p:nvPr/>
        </p:nvSpPr>
        <p:spPr>
          <a:xfrm>
            <a:off x="3376944" y="33389913"/>
            <a:ext cx="36081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/>
              <a:t>Identify off-target amplification / biases / cross-reactivity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45B756-F696-97CA-0C8D-31AAB42C7FCD}"/>
              </a:ext>
            </a:extLst>
          </p:cNvPr>
          <p:cNvSpPr txBox="1"/>
          <p:nvPr/>
        </p:nvSpPr>
        <p:spPr>
          <a:xfrm>
            <a:off x="3376944" y="34266413"/>
            <a:ext cx="36081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/>
              <a:t>Refine primer specificity 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C38DD58-02E8-AEE3-C4AA-BF7DA7DCD6BF}"/>
              </a:ext>
            </a:extLst>
          </p:cNvPr>
          <p:cNvCxnSpPr>
            <a:cxnSpLocks/>
          </p:cNvCxnSpPr>
          <p:nvPr/>
        </p:nvCxnSpPr>
        <p:spPr>
          <a:xfrm>
            <a:off x="5081065" y="30363774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467351F-FB44-7D87-FB6A-AA8EF1D36BCD}"/>
              </a:ext>
            </a:extLst>
          </p:cNvPr>
          <p:cNvCxnSpPr>
            <a:cxnSpLocks/>
          </p:cNvCxnSpPr>
          <p:nvPr/>
        </p:nvCxnSpPr>
        <p:spPr>
          <a:xfrm>
            <a:off x="5081065" y="31172852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422E8FE-6C08-23AC-9178-D4532B336325}"/>
              </a:ext>
            </a:extLst>
          </p:cNvPr>
          <p:cNvCxnSpPr>
            <a:cxnSpLocks/>
          </p:cNvCxnSpPr>
          <p:nvPr/>
        </p:nvCxnSpPr>
        <p:spPr>
          <a:xfrm>
            <a:off x="5147366" y="32184199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7D16310-F9A1-3ACE-CFA4-ADABBBE99F3C}"/>
              </a:ext>
            </a:extLst>
          </p:cNvPr>
          <p:cNvCxnSpPr>
            <a:cxnSpLocks/>
          </p:cNvCxnSpPr>
          <p:nvPr/>
        </p:nvCxnSpPr>
        <p:spPr>
          <a:xfrm>
            <a:off x="5147366" y="33128123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E47F4B7-DA86-8D94-BA30-0DD0B7FF33B5}"/>
              </a:ext>
            </a:extLst>
          </p:cNvPr>
          <p:cNvCxnSpPr>
            <a:cxnSpLocks/>
          </p:cNvCxnSpPr>
          <p:nvPr/>
        </p:nvCxnSpPr>
        <p:spPr>
          <a:xfrm>
            <a:off x="5147366" y="34004624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D5C1E83-0794-40C4-5198-8488116F114F}"/>
              </a:ext>
            </a:extLst>
          </p:cNvPr>
          <p:cNvSpPr txBox="1"/>
          <p:nvPr/>
        </p:nvSpPr>
        <p:spPr>
          <a:xfrm rot="16200000">
            <a:off x="-735288" y="31345436"/>
            <a:ext cx="465815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/>
              <a:t>DEEP-SEQUENCING VALIDATION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115D83-0B09-73BA-D783-46542B001248}"/>
              </a:ext>
            </a:extLst>
          </p:cNvPr>
          <p:cNvSpPr txBox="1"/>
          <p:nvPr/>
        </p:nvSpPr>
        <p:spPr>
          <a:xfrm rot="16200000">
            <a:off x="-1656793" y="8106011"/>
            <a:ext cx="46581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SPECIES-SPECIFIC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5EA5FF2-9B35-4082-7305-E4F9D2B34D0A}"/>
              </a:ext>
            </a:extLst>
          </p:cNvPr>
          <p:cNvSpPr txBox="1"/>
          <p:nvPr/>
        </p:nvSpPr>
        <p:spPr>
          <a:xfrm rot="16200000">
            <a:off x="4063539" y="7603825"/>
            <a:ext cx="46581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CLADE-SPECIFIC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86998B2-EBD5-3ECC-1E55-78A45315C233}"/>
              </a:ext>
            </a:extLst>
          </p:cNvPr>
          <p:cNvSpPr txBox="1"/>
          <p:nvPr/>
        </p:nvSpPr>
        <p:spPr>
          <a:xfrm rot="16200000">
            <a:off x="-34841" y="2573820"/>
            <a:ext cx="465815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SPECIES  IDENTIFICATION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67D463E-1A3A-21FF-004D-F079C3DC60FC}"/>
              </a:ext>
            </a:extLst>
          </p:cNvPr>
          <p:cNvSpPr txBox="1"/>
          <p:nvPr/>
        </p:nvSpPr>
        <p:spPr>
          <a:xfrm rot="16200000">
            <a:off x="1084841" y="22009596"/>
            <a:ext cx="46581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PROJECT AIM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51E691-7FF3-EB92-D98C-F7E393CD6FA5}"/>
              </a:ext>
            </a:extLst>
          </p:cNvPr>
          <p:cNvSpPr txBox="1"/>
          <p:nvPr/>
        </p:nvSpPr>
        <p:spPr>
          <a:xfrm>
            <a:off x="7617680" y="28633188"/>
            <a:ext cx="36081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dirty="0"/>
              <a:t>DS validates primer specificity by ensuring only target regions </a:t>
            </a:r>
            <a:r>
              <a:rPr lang="en-US" sz="1400" dirty="0">
                <a:latin typeface="Times New Roman"/>
                <a:cs typeface="Times New Roman"/>
              </a:rPr>
              <a:t> </a:t>
            </a:r>
            <a:r>
              <a:rPr lang="en-US" sz="1400" dirty="0"/>
              <a:t>amplified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6251E691-7FF3-EB92-D98C-F7E393CD6FA5}"/>
              </a:ext>
            </a:extLst>
          </p:cNvPr>
          <p:cNvSpPr txBox="1"/>
          <p:nvPr/>
        </p:nvSpPr>
        <p:spPr>
          <a:xfrm>
            <a:off x="8747774" y="30037270"/>
            <a:ext cx="36081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Multiple replicates and +/- controls to detect contamination / non-specific binding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2DC2BF-0680-9423-54EE-D4C2A09B38EC}"/>
              </a:ext>
            </a:extLst>
          </p:cNvPr>
          <p:cNvSpPr txBox="1"/>
          <p:nvPr/>
        </p:nvSpPr>
        <p:spPr>
          <a:xfrm>
            <a:off x="8592152" y="31365675"/>
            <a:ext cx="36081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dirty="0"/>
              <a:t>Libraries are quantified prepared/purified sample amplicons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09C16F-BF98-B926-DA53-E8304EF174AA}"/>
              </a:ext>
            </a:extLst>
          </p:cNvPr>
          <p:cNvSpPr txBox="1"/>
          <p:nvPr/>
        </p:nvSpPr>
        <p:spPr>
          <a:xfrm>
            <a:off x="3033233" y="2594928"/>
            <a:ext cx="5585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e. g. x# different Eppendorf, isolate species from each and determine if same species or different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3DC98E-9523-0531-036C-676502BAC086}"/>
              </a:ext>
            </a:extLst>
          </p:cNvPr>
          <p:cNvSpPr txBox="1"/>
          <p:nvPr/>
        </p:nvSpPr>
        <p:spPr>
          <a:xfrm>
            <a:off x="1384089" y="1411170"/>
            <a:ext cx="8883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Extracted DNA with Qubit to assess concentration &amp; </a:t>
            </a:r>
          </a:p>
          <a:p>
            <a:pPr algn="ctr"/>
            <a:r>
              <a:rPr lang="en-GB" sz="1400" dirty="0"/>
              <a:t>Nanodrop to check quality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294C65-BD41-2954-DD39-BBD9BC5C64A1}"/>
              </a:ext>
            </a:extLst>
          </p:cNvPr>
          <p:cNvSpPr txBox="1"/>
          <p:nvPr/>
        </p:nvSpPr>
        <p:spPr>
          <a:xfrm>
            <a:off x="2340631" y="2078958"/>
            <a:ext cx="6421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Run on gel to ensure fragment size is as expected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CA39D74-A1A7-5278-3BDF-BA9E8D808E03}"/>
              </a:ext>
            </a:extLst>
          </p:cNvPr>
          <p:cNvSpPr txBox="1"/>
          <p:nvPr/>
        </p:nvSpPr>
        <p:spPr>
          <a:xfrm>
            <a:off x="9155723" y="875043"/>
            <a:ext cx="4409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Ask Dundee what WGS extraction method is desired and cost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5877B12-2810-A704-C841-C7A84153C50D}"/>
              </a:ext>
            </a:extLst>
          </p:cNvPr>
          <p:cNvCxnSpPr>
            <a:cxnSpLocks/>
          </p:cNvCxnSpPr>
          <p:nvPr/>
        </p:nvCxnSpPr>
        <p:spPr>
          <a:xfrm>
            <a:off x="7837115" y="1041781"/>
            <a:ext cx="13313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28D03244-94B0-6C60-CFAA-88C397B87137}"/>
              </a:ext>
            </a:extLst>
          </p:cNvPr>
          <p:cNvSpPr txBox="1"/>
          <p:nvPr/>
        </p:nvSpPr>
        <p:spPr>
          <a:xfrm>
            <a:off x="836518" y="9228166"/>
            <a:ext cx="4323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Identify high copy number repeats – ask if Dundee do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3895583-462A-4A4A-E6BB-E6E070FF73CD}"/>
              </a:ext>
            </a:extLst>
          </p:cNvPr>
          <p:cNvSpPr txBox="1"/>
          <p:nvPr/>
        </p:nvSpPr>
        <p:spPr>
          <a:xfrm>
            <a:off x="140567" y="19592062"/>
            <a:ext cx="4078502" cy="698253"/>
          </a:xfrm>
          <a:prstGeom prst="rect">
            <a:avLst/>
          </a:prstGeom>
          <a:noFill/>
        </p:spPr>
        <p:txBody>
          <a:bodyPr wrap="square" lIns="51420" tIns="25710" rIns="51420" bIns="25710" rtlCol="0" anchor="t">
            <a:spAutoFit/>
          </a:bodyPr>
          <a:lstStyle/>
          <a:p>
            <a:pPr algn="ctr"/>
            <a:r>
              <a:rPr lang="en-GB" sz="1400" dirty="0"/>
              <a:t>Primers will have species / group specific tags so all primers go into same sample to detect all e.g. hydrozoan species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F176431-EDA0-CB4D-EC1E-D2BC9603B38C}"/>
              </a:ext>
            </a:extLst>
          </p:cNvPr>
          <p:cNvSpPr txBox="1"/>
          <p:nvPr/>
        </p:nvSpPr>
        <p:spPr>
          <a:xfrm>
            <a:off x="6583898" y="8200708"/>
            <a:ext cx="4226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Consult the phylogenetic tree of e.g. </a:t>
            </a:r>
            <a:r>
              <a:rPr lang="en-GB" sz="1400" dirty="0" err="1"/>
              <a:t>hydrozoa</a:t>
            </a:r>
            <a:r>
              <a:rPr lang="en-GB" sz="1400" dirty="0"/>
              <a:t> to see the common link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F3FC36B-9B12-6FC0-1E5E-2B6CC948F36B}"/>
              </a:ext>
            </a:extLst>
          </p:cNvPr>
          <p:cNvCxnSpPr>
            <a:cxnSpLocks/>
          </p:cNvCxnSpPr>
          <p:nvPr/>
        </p:nvCxnSpPr>
        <p:spPr>
          <a:xfrm>
            <a:off x="5825776" y="1913520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639D4C1-E3CD-C788-8A1A-3CEDF379F980}"/>
              </a:ext>
            </a:extLst>
          </p:cNvPr>
          <p:cNvCxnSpPr>
            <a:cxnSpLocks/>
          </p:cNvCxnSpPr>
          <p:nvPr/>
        </p:nvCxnSpPr>
        <p:spPr>
          <a:xfrm>
            <a:off x="5825776" y="3142138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73F2E7D-C20C-F803-3F05-57631A4827D5}"/>
              </a:ext>
            </a:extLst>
          </p:cNvPr>
          <p:cNvCxnSpPr>
            <a:cxnSpLocks/>
          </p:cNvCxnSpPr>
          <p:nvPr/>
        </p:nvCxnSpPr>
        <p:spPr>
          <a:xfrm>
            <a:off x="5825776" y="3701166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8F33601-52BE-C699-89C5-390903703898}"/>
              </a:ext>
            </a:extLst>
          </p:cNvPr>
          <p:cNvCxnSpPr>
            <a:cxnSpLocks/>
          </p:cNvCxnSpPr>
          <p:nvPr/>
        </p:nvCxnSpPr>
        <p:spPr>
          <a:xfrm>
            <a:off x="2998032" y="10757678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E0C5F1D-F167-9514-831F-08DB0B8FF5F5}"/>
              </a:ext>
            </a:extLst>
          </p:cNvPr>
          <p:cNvCxnSpPr>
            <a:cxnSpLocks/>
          </p:cNvCxnSpPr>
          <p:nvPr/>
        </p:nvCxnSpPr>
        <p:spPr>
          <a:xfrm>
            <a:off x="2998032" y="9462937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BE41B86A-17C1-3004-1927-944CA286224E}"/>
              </a:ext>
            </a:extLst>
          </p:cNvPr>
          <p:cNvSpPr txBox="1"/>
          <p:nvPr/>
        </p:nvSpPr>
        <p:spPr>
          <a:xfrm>
            <a:off x="883527" y="8029419"/>
            <a:ext cx="4229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Run on gel to ensure fragment size is as expected and DNA intact. Ask Dundee requirements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4F9B087-839E-E6F8-7A3F-1D5ADC99B654}"/>
              </a:ext>
            </a:extLst>
          </p:cNvPr>
          <p:cNvCxnSpPr>
            <a:cxnSpLocks/>
          </p:cNvCxnSpPr>
          <p:nvPr/>
        </p:nvCxnSpPr>
        <p:spPr>
          <a:xfrm>
            <a:off x="8742567" y="7982536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052350F4-C465-037A-A5F9-AEE926F53434}"/>
              </a:ext>
            </a:extLst>
          </p:cNvPr>
          <p:cNvCxnSpPr>
            <a:cxnSpLocks/>
          </p:cNvCxnSpPr>
          <p:nvPr/>
        </p:nvCxnSpPr>
        <p:spPr>
          <a:xfrm>
            <a:off x="8742567" y="8713082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ACDE9EE-B5B0-2CC8-E93B-EB61C3B4ACE6}"/>
              </a:ext>
            </a:extLst>
          </p:cNvPr>
          <p:cNvCxnSpPr>
            <a:cxnSpLocks/>
          </p:cNvCxnSpPr>
          <p:nvPr/>
        </p:nvCxnSpPr>
        <p:spPr>
          <a:xfrm>
            <a:off x="8757084" y="9387993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8A101E60-B9A1-63D4-B4A5-D2C1965AA284}"/>
              </a:ext>
            </a:extLst>
          </p:cNvPr>
          <p:cNvCxnSpPr>
            <a:cxnSpLocks/>
          </p:cNvCxnSpPr>
          <p:nvPr/>
        </p:nvCxnSpPr>
        <p:spPr>
          <a:xfrm>
            <a:off x="8764343" y="9881475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1" name="Picture 150">
            <a:extLst>
              <a:ext uri="{FF2B5EF4-FFF2-40B4-BE49-F238E27FC236}">
                <a16:creationId xmlns:a16="http://schemas.microsoft.com/office/drawing/2014/main" id="{8777001F-BC1A-3879-A0FE-1A9D1DA8B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429" y="16771719"/>
            <a:ext cx="1566808" cy="1566808"/>
          </a:xfrm>
          <a:prstGeom prst="rect">
            <a:avLst/>
          </a:prstGeom>
        </p:spPr>
      </p:pic>
      <p:pic>
        <p:nvPicPr>
          <p:cNvPr id="152" name="Picture 151" descr="A close-up of a plant&#10;&#10;AI-generated content may be incorrect.">
            <a:extLst>
              <a:ext uri="{FF2B5EF4-FFF2-40B4-BE49-F238E27FC236}">
                <a16:creationId xmlns:a16="http://schemas.microsoft.com/office/drawing/2014/main" id="{C5F22FC3-20F5-8BF1-9840-C1C30F1706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856" y="224006"/>
            <a:ext cx="1088019" cy="1088019"/>
          </a:xfrm>
          <a:prstGeom prst="flowChartConnector">
            <a:avLst/>
          </a:prstGeom>
        </p:spPr>
      </p:pic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0045837C-F125-7066-DC57-5CF61F59802E}"/>
              </a:ext>
            </a:extLst>
          </p:cNvPr>
          <p:cNvCxnSpPr>
            <a:cxnSpLocks/>
          </p:cNvCxnSpPr>
          <p:nvPr/>
        </p:nvCxnSpPr>
        <p:spPr>
          <a:xfrm>
            <a:off x="2157012" y="18647841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4E683901-215F-9086-05BB-461C30ED3BAB}"/>
              </a:ext>
            </a:extLst>
          </p:cNvPr>
          <p:cNvCxnSpPr>
            <a:cxnSpLocks/>
          </p:cNvCxnSpPr>
          <p:nvPr/>
        </p:nvCxnSpPr>
        <p:spPr>
          <a:xfrm>
            <a:off x="2157012" y="19381266"/>
            <a:ext cx="0" cy="192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5ADA987E-E568-CC85-EB14-72E039518D1B}"/>
              </a:ext>
            </a:extLst>
          </p:cNvPr>
          <p:cNvCxnSpPr>
            <a:cxnSpLocks/>
          </p:cNvCxnSpPr>
          <p:nvPr/>
        </p:nvCxnSpPr>
        <p:spPr>
          <a:xfrm>
            <a:off x="2179818" y="20423551"/>
            <a:ext cx="3456963" cy="1186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0BD5D125-8F3A-B2E1-4436-99299C90DA26}"/>
              </a:ext>
            </a:extLst>
          </p:cNvPr>
          <p:cNvCxnSpPr>
            <a:cxnSpLocks/>
            <a:stCxn id="99" idx="2"/>
            <a:endCxn id="78" idx="0"/>
          </p:cNvCxnSpPr>
          <p:nvPr/>
        </p:nvCxnSpPr>
        <p:spPr>
          <a:xfrm>
            <a:off x="5761393" y="22041942"/>
            <a:ext cx="34728" cy="9167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930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1085</TotalTime>
  <Words>473</Words>
  <Application>Microsoft Office PowerPoint</Application>
  <PresentationFormat>Custom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Sofie Spatharis</dc:creator>
  <cp:lastModifiedBy>Calum Young (PGR)</cp:lastModifiedBy>
  <cp:revision>21</cp:revision>
  <dcterms:created xsi:type="dcterms:W3CDTF">2025-02-11T15:12:56Z</dcterms:created>
  <dcterms:modified xsi:type="dcterms:W3CDTF">2025-02-18T10:01:52Z</dcterms:modified>
</cp:coreProperties>
</file>