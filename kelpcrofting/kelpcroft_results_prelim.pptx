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61" r:id="rId2"/>
    <p:sldId id="266" r:id="rId3"/>
    <p:sldId id="264" r:id="rId4"/>
    <p:sldId id="267"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454" autoAdjust="0"/>
  </p:normalViewPr>
  <p:slideViewPr>
    <p:cSldViewPr snapToGrid="0">
      <p:cViewPr varScale="1">
        <p:scale>
          <a:sx n="76" d="100"/>
          <a:sy n="76" d="100"/>
        </p:scale>
        <p:origin x="714" y="2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7E8A39-B455-4EAB-A55B-ED219FA5ABB9}" type="datetimeFigureOut">
              <a:rPr lang="en-GB" smtClean="0"/>
              <a:t>03/06/2025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19A92D-6304-43D7-ABE8-2FB0865FA5FB}" type="slidenum">
              <a:rPr lang="en-GB" smtClean="0"/>
              <a:t>‹#›</a:t>
            </a:fld>
            <a:endParaRPr lang="en-GB"/>
          </a:p>
        </p:txBody>
      </p:sp>
    </p:spTree>
    <p:extLst>
      <p:ext uri="{BB962C8B-B14F-4D97-AF65-F5344CB8AC3E}">
        <p14:creationId xmlns:p14="http://schemas.microsoft.com/office/powerpoint/2010/main" val="740240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Objective Q – does Otu agree with plankton counts with respect to species ID but also temporal dynamics of the abundances – </a:t>
            </a:r>
          </a:p>
          <a:p>
            <a:r>
              <a:rPr lang="en-GB" dirty="0"/>
              <a:t>Whether, what we see, either in the eDNA and/or plankton does it translate into epibionts on the blade later in time </a:t>
            </a:r>
          </a:p>
          <a:p>
            <a:r>
              <a:rPr lang="en-GB" dirty="0"/>
              <a:t>We just want to see that these things are being identified – congruence amongst methods – </a:t>
            </a:r>
          </a:p>
          <a:p>
            <a:endParaRPr lang="en-GB" dirty="0"/>
          </a:p>
          <a:p>
            <a:r>
              <a:rPr lang="en-GB" dirty="0"/>
              <a:t>Rope scrub – rope samples of specific farm – </a:t>
            </a:r>
            <a:r>
              <a:rPr lang="en-GB" dirty="0" err="1"/>
              <a:t>pabay</a:t>
            </a:r>
            <a:r>
              <a:rPr lang="en-GB" dirty="0"/>
              <a:t> – is species identified – rope was source of infestation – presence / absence rope </a:t>
            </a:r>
          </a:p>
          <a:p>
            <a:endParaRPr lang="en-GB" dirty="0"/>
          </a:p>
          <a:p>
            <a:r>
              <a:rPr lang="en-GB" dirty="0"/>
              <a:t>Plankton eDNA (RSV) = unit </a:t>
            </a:r>
          </a:p>
          <a:p>
            <a:r>
              <a:rPr lang="en-GB" dirty="0"/>
              <a:t>Fix NAs </a:t>
            </a:r>
            <a:r>
              <a:rPr lang="en-GB" dirty="0" err="1"/>
              <a:t>fron</a:t>
            </a:r>
            <a:r>
              <a:rPr lang="en-GB" dirty="0"/>
              <a:t> zeroes </a:t>
            </a:r>
          </a:p>
          <a:p>
            <a:r>
              <a:rPr lang="en-GB" dirty="0" err="1"/>
              <a:t>Bivlavles</a:t>
            </a:r>
            <a:r>
              <a:rPr lang="en-GB" dirty="0"/>
              <a:t>, mussels, scallops, oysters: combine coverage with out taxa table </a:t>
            </a:r>
          </a:p>
          <a:p>
            <a:r>
              <a:rPr lang="en-GB" dirty="0"/>
              <a:t>Check RSV values are true as some appear more than once in table – more resolution</a:t>
            </a:r>
          </a:p>
          <a:p>
            <a:r>
              <a:rPr lang="en-GB" dirty="0"/>
              <a:t>Instead bryozoan coverage it was </a:t>
            </a:r>
            <a:r>
              <a:rPr lang="en-GB" dirty="0" err="1"/>
              <a:t>electra</a:t>
            </a:r>
            <a:r>
              <a:rPr lang="en-GB" dirty="0"/>
              <a:t> Pilosa or m. </a:t>
            </a:r>
            <a:r>
              <a:rPr lang="en-GB" dirty="0" err="1"/>
              <a:t>memraranaceea</a:t>
            </a:r>
            <a:endParaRPr lang="en-GB" dirty="0"/>
          </a:p>
          <a:p>
            <a:r>
              <a:rPr lang="en-GB" dirty="0"/>
              <a:t>Combine pecten </a:t>
            </a:r>
          </a:p>
          <a:p>
            <a:r>
              <a:rPr lang="en-GB" dirty="0"/>
              <a:t>Have </a:t>
            </a:r>
            <a:r>
              <a:rPr lang="en-GB" dirty="0" err="1"/>
              <a:t>sepearates</a:t>
            </a:r>
            <a:r>
              <a:rPr lang="en-GB" dirty="0"/>
              <a:t> for each method – not normalised - </a:t>
            </a:r>
          </a:p>
        </p:txBody>
      </p:sp>
      <p:sp>
        <p:nvSpPr>
          <p:cNvPr id="4" name="Slide Number Placeholder 3"/>
          <p:cNvSpPr>
            <a:spLocks noGrp="1"/>
          </p:cNvSpPr>
          <p:nvPr>
            <p:ph type="sldNum" sz="quarter" idx="5"/>
          </p:nvPr>
        </p:nvSpPr>
        <p:spPr/>
        <p:txBody>
          <a:bodyPr/>
          <a:lstStyle/>
          <a:p>
            <a:fld id="{2819A92D-6304-43D7-ABE8-2FB0865FA5FB}" type="slidenum">
              <a:rPr lang="en-GB" smtClean="0"/>
              <a:t>1</a:t>
            </a:fld>
            <a:endParaRPr lang="en-GB"/>
          </a:p>
        </p:txBody>
      </p:sp>
    </p:spTree>
    <p:extLst>
      <p:ext uri="{BB962C8B-B14F-4D97-AF65-F5344CB8AC3E}">
        <p14:creationId xmlns:p14="http://schemas.microsoft.com/office/powerpoint/2010/main" val="2552672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Remove gridlines</a:t>
            </a:r>
          </a:p>
          <a:p>
            <a:r>
              <a:rPr lang="en-GB" dirty="0"/>
              <a:t>Add bryozoan – add mean and error bars – stacked columns - </a:t>
            </a:r>
          </a:p>
        </p:txBody>
      </p:sp>
      <p:sp>
        <p:nvSpPr>
          <p:cNvPr id="4" name="Slide Number Placeholder 3"/>
          <p:cNvSpPr>
            <a:spLocks noGrp="1"/>
          </p:cNvSpPr>
          <p:nvPr>
            <p:ph type="sldNum" sz="quarter" idx="5"/>
          </p:nvPr>
        </p:nvSpPr>
        <p:spPr/>
        <p:txBody>
          <a:bodyPr/>
          <a:lstStyle/>
          <a:p>
            <a:fld id="{2819A92D-6304-43D7-ABE8-2FB0865FA5FB}" type="slidenum">
              <a:rPr lang="en-GB" smtClean="0"/>
              <a:t>2</a:t>
            </a:fld>
            <a:endParaRPr lang="en-GB"/>
          </a:p>
        </p:txBody>
      </p:sp>
    </p:spTree>
    <p:extLst>
      <p:ext uri="{BB962C8B-B14F-4D97-AF65-F5344CB8AC3E}">
        <p14:creationId xmlns:p14="http://schemas.microsoft.com/office/powerpoint/2010/main" val="1800040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Add in </a:t>
            </a:r>
            <a:r>
              <a:rPr lang="en-GB" dirty="0" err="1"/>
              <a:t>gatro</a:t>
            </a:r>
            <a:r>
              <a:rPr lang="en-GB" dirty="0"/>
              <a:t>/amphipods/</a:t>
            </a:r>
            <a:r>
              <a:rPr lang="en-GB" dirty="0" err="1"/>
              <a:t>bivlaves</a:t>
            </a:r>
            <a:endParaRPr lang="en-GB" dirty="0"/>
          </a:p>
        </p:txBody>
      </p:sp>
      <p:sp>
        <p:nvSpPr>
          <p:cNvPr id="4" name="Slide Number Placeholder 3"/>
          <p:cNvSpPr>
            <a:spLocks noGrp="1"/>
          </p:cNvSpPr>
          <p:nvPr>
            <p:ph type="sldNum" sz="quarter" idx="5"/>
          </p:nvPr>
        </p:nvSpPr>
        <p:spPr/>
        <p:txBody>
          <a:bodyPr/>
          <a:lstStyle/>
          <a:p>
            <a:fld id="{2819A92D-6304-43D7-ABE8-2FB0865FA5FB}" type="slidenum">
              <a:rPr lang="en-GB" smtClean="0"/>
              <a:t>3</a:t>
            </a:fld>
            <a:endParaRPr lang="en-GB"/>
          </a:p>
        </p:txBody>
      </p:sp>
    </p:spTree>
    <p:extLst>
      <p:ext uri="{BB962C8B-B14F-4D97-AF65-F5344CB8AC3E}">
        <p14:creationId xmlns:p14="http://schemas.microsoft.com/office/powerpoint/2010/main" val="29831713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96974-79A0-0692-6632-5D8EEA405A2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ABEC8B7A-19E5-FA2E-9F7B-ADF3D45452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77FF81D1-C66F-7203-2765-89AC8818F5AC}"/>
              </a:ext>
            </a:extLst>
          </p:cNvPr>
          <p:cNvSpPr>
            <a:spLocks noGrp="1"/>
          </p:cNvSpPr>
          <p:nvPr>
            <p:ph type="dt" sz="half" idx="10"/>
          </p:nvPr>
        </p:nvSpPr>
        <p:spPr/>
        <p:txBody>
          <a:bodyPr/>
          <a:lstStyle/>
          <a:p>
            <a:fld id="{A8603839-88C0-4093-B975-9307AF2B9350}" type="datetimeFigureOut">
              <a:rPr lang="en-GB" smtClean="0"/>
              <a:t>03/06/2025</a:t>
            </a:fld>
            <a:endParaRPr lang="en-GB"/>
          </a:p>
        </p:txBody>
      </p:sp>
      <p:sp>
        <p:nvSpPr>
          <p:cNvPr id="5" name="Footer Placeholder 4">
            <a:extLst>
              <a:ext uri="{FF2B5EF4-FFF2-40B4-BE49-F238E27FC236}">
                <a16:creationId xmlns:a16="http://schemas.microsoft.com/office/drawing/2014/main" id="{305844D4-6AC1-3EB8-AA83-91A6813A408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91A23CC-F6C3-F8E4-6375-6B6CBA76B0F8}"/>
              </a:ext>
            </a:extLst>
          </p:cNvPr>
          <p:cNvSpPr>
            <a:spLocks noGrp="1"/>
          </p:cNvSpPr>
          <p:nvPr>
            <p:ph type="sldNum" sz="quarter" idx="12"/>
          </p:nvPr>
        </p:nvSpPr>
        <p:spPr/>
        <p:txBody>
          <a:bodyPr/>
          <a:lstStyle/>
          <a:p>
            <a:fld id="{85B5F13F-FF87-4B86-A7DE-9D6EE362DA74}" type="slidenum">
              <a:rPr lang="en-GB" smtClean="0"/>
              <a:t>‹#›</a:t>
            </a:fld>
            <a:endParaRPr lang="en-GB"/>
          </a:p>
        </p:txBody>
      </p:sp>
    </p:spTree>
    <p:extLst>
      <p:ext uri="{BB962C8B-B14F-4D97-AF65-F5344CB8AC3E}">
        <p14:creationId xmlns:p14="http://schemas.microsoft.com/office/powerpoint/2010/main" val="143539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D793B-1274-9CAF-A3F4-98B5C5D327FB}"/>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6FC019DA-76E5-806B-EA0E-F3210FE52D2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AF69E29-A2BA-DEEB-B5D9-49443D7CF153}"/>
              </a:ext>
            </a:extLst>
          </p:cNvPr>
          <p:cNvSpPr>
            <a:spLocks noGrp="1"/>
          </p:cNvSpPr>
          <p:nvPr>
            <p:ph type="dt" sz="half" idx="10"/>
          </p:nvPr>
        </p:nvSpPr>
        <p:spPr/>
        <p:txBody>
          <a:bodyPr/>
          <a:lstStyle/>
          <a:p>
            <a:fld id="{A8603839-88C0-4093-B975-9307AF2B9350}" type="datetimeFigureOut">
              <a:rPr lang="en-GB" smtClean="0"/>
              <a:t>03/06/2025</a:t>
            </a:fld>
            <a:endParaRPr lang="en-GB"/>
          </a:p>
        </p:txBody>
      </p:sp>
      <p:sp>
        <p:nvSpPr>
          <p:cNvPr id="5" name="Footer Placeholder 4">
            <a:extLst>
              <a:ext uri="{FF2B5EF4-FFF2-40B4-BE49-F238E27FC236}">
                <a16:creationId xmlns:a16="http://schemas.microsoft.com/office/drawing/2014/main" id="{668720BA-BC97-D754-5261-B3073BF2133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C863C63-E312-1F6E-487F-2C3E5058E026}"/>
              </a:ext>
            </a:extLst>
          </p:cNvPr>
          <p:cNvSpPr>
            <a:spLocks noGrp="1"/>
          </p:cNvSpPr>
          <p:nvPr>
            <p:ph type="sldNum" sz="quarter" idx="12"/>
          </p:nvPr>
        </p:nvSpPr>
        <p:spPr/>
        <p:txBody>
          <a:bodyPr/>
          <a:lstStyle/>
          <a:p>
            <a:fld id="{85B5F13F-FF87-4B86-A7DE-9D6EE362DA74}" type="slidenum">
              <a:rPr lang="en-GB" smtClean="0"/>
              <a:t>‹#›</a:t>
            </a:fld>
            <a:endParaRPr lang="en-GB"/>
          </a:p>
        </p:txBody>
      </p:sp>
    </p:spTree>
    <p:extLst>
      <p:ext uri="{BB962C8B-B14F-4D97-AF65-F5344CB8AC3E}">
        <p14:creationId xmlns:p14="http://schemas.microsoft.com/office/powerpoint/2010/main" val="320808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9DDB5-31AD-12D2-3D55-506AE33FE01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D5E0EC65-36B5-7400-43AF-052DFA2A84E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F1A6869-0409-B209-5186-53221F256520}"/>
              </a:ext>
            </a:extLst>
          </p:cNvPr>
          <p:cNvSpPr>
            <a:spLocks noGrp="1"/>
          </p:cNvSpPr>
          <p:nvPr>
            <p:ph type="dt" sz="half" idx="10"/>
          </p:nvPr>
        </p:nvSpPr>
        <p:spPr/>
        <p:txBody>
          <a:bodyPr/>
          <a:lstStyle/>
          <a:p>
            <a:fld id="{A8603839-88C0-4093-B975-9307AF2B9350}" type="datetimeFigureOut">
              <a:rPr lang="en-GB" smtClean="0"/>
              <a:t>03/06/2025</a:t>
            </a:fld>
            <a:endParaRPr lang="en-GB"/>
          </a:p>
        </p:txBody>
      </p:sp>
      <p:sp>
        <p:nvSpPr>
          <p:cNvPr id="5" name="Footer Placeholder 4">
            <a:extLst>
              <a:ext uri="{FF2B5EF4-FFF2-40B4-BE49-F238E27FC236}">
                <a16:creationId xmlns:a16="http://schemas.microsoft.com/office/drawing/2014/main" id="{6EB273D1-C56F-9BCC-C541-CFF8CC49976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83A71DD-2E0D-7295-7B8E-0598D85AC812}"/>
              </a:ext>
            </a:extLst>
          </p:cNvPr>
          <p:cNvSpPr>
            <a:spLocks noGrp="1"/>
          </p:cNvSpPr>
          <p:nvPr>
            <p:ph type="sldNum" sz="quarter" idx="12"/>
          </p:nvPr>
        </p:nvSpPr>
        <p:spPr/>
        <p:txBody>
          <a:bodyPr/>
          <a:lstStyle/>
          <a:p>
            <a:fld id="{85B5F13F-FF87-4B86-A7DE-9D6EE362DA74}" type="slidenum">
              <a:rPr lang="en-GB" smtClean="0"/>
              <a:t>‹#›</a:t>
            </a:fld>
            <a:endParaRPr lang="en-GB"/>
          </a:p>
        </p:txBody>
      </p:sp>
    </p:spTree>
    <p:extLst>
      <p:ext uri="{BB962C8B-B14F-4D97-AF65-F5344CB8AC3E}">
        <p14:creationId xmlns:p14="http://schemas.microsoft.com/office/powerpoint/2010/main" val="710719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1731F-4417-D354-E08F-2E83F3CDE7E7}"/>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D5A0D88-2664-11D9-CA26-F566F3AA001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447AA6D4-80E8-BBE7-271C-CDDD2A0C4BD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0DDC48EF-FAB0-BD41-0AE5-AF00B9266FD5}"/>
              </a:ext>
            </a:extLst>
          </p:cNvPr>
          <p:cNvSpPr>
            <a:spLocks noGrp="1"/>
          </p:cNvSpPr>
          <p:nvPr>
            <p:ph type="dt" sz="half" idx="10"/>
          </p:nvPr>
        </p:nvSpPr>
        <p:spPr/>
        <p:txBody>
          <a:bodyPr/>
          <a:lstStyle/>
          <a:p>
            <a:fld id="{A8603839-88C0-4093-B975-9307AF2B9350}" type="datetimeFigureOut">
              <a:rPr lang="en-GB" smtClean="0"/>
              <a:t>03/06/2025</a:t>
            </a:fld>
            <a:endParaRPr lang="en-GB"/>
          </a:p>
        </p:txBody>
      </p:sp>
      <p:sp>
        <p:nvSpPr>
          <p:cNvPr id="6" name="Footer Placeholder 5">
            <a:extLst>
              <a:ext uri="{FF2B5EF4-FFF2-40B4-BE49-F238E27FC236}">
                <a16:creationId xmlns:a16="http://schemas.microsoft.com/office/drawing/2014/main" id="{3DF2458A-3431-C5F4-04C9-93808ACFE55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385E350-8430-5EB1-A593-290585001BAD}"/>
              </a:ext>
            </a:extLst>
          </p:cNvPr>
          <p:cNvSpPr>
            <a:spLocks noGrp="1"/>
          </p:cNvSpPr>
          <p:nvPr>
            <p:ph type="sldNum" sz="quarter" idx="12"/>
          </p:nvPr>
        </p:nvSpPr>
        <p:spPr/>
        <p:txBody>
          <a:bodyPr/>
          <a:lstStyle/>
          <a:p>
            <a:fld id="{85B5F13F-FF87-4B86-A7DE-9D6EE362DA74}" type="slidenum">
              <a:rPr lang="en-GB" smtClean="0"/>
              <a:t>‹#›</a:t>
            </a:fld>
            <a:endParaRPr lang="en-GB"/>
          </a:p>
        </p:txBody>
      </p:sp>
    </p:spTree>
    <p:extLst>
      <p:ext uri="{BB962C8B-B14F-4D97-AF65-F5344CB8AC3E}">
        <p14:creationId xmlns:p14="http://schemas.microsoft.com/office/powerpoint/2010/main" val="34758911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72A7C-C57B-7636-F2DA-38EC7F37F120}"/>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FF097BE7-0EDA-0191-6A4D-242DE6B00A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FEFA05D-49B7-52DC-FFE6-EABDEF76CE1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BED20261-7353-EC20-53CD-9D212013E8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B87C3C2-5621-CFD2-B81C-91D87257DF8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6FE2B0F2-00F6-DFC6-1518-D94CC9E16560}"/>
              </a:ext>
            </a:extLst>
          </p:cNvPr>
          <p:cNvSpPr>
            <a:spLocks noGrp="1"/>
          </p:cNvSpPr>
          <p:nvPr>
            <p:ph type="dt" sz="half" idx="10"/>
          </p:nvPr>
        </p:nvSpPr>
        <p:spPr/>
        <p:txBody>
          <a:bodyPr/>
          <a:lstStyle/>
          <a:p>
            <a:fld id="{A8603839-88C0-4093-B975-9307AF2B9350}" type="datetimeFigureOut">
              <a:rPr lang="en-GB" smtClean="0"/>
              <a:t>03/06/2025</a:t>
            </a:fld>
            <a:endParaRPr lang="en-GB"/>
          </a:p>
        </p:txBody>
      </p:sp>
      <p:sp>
        <p:nvSpPr>
          <p:cNvPr id="8" name="Footer Placeholder 7">
            <a:extLst>
              <a:ext uri="{FF2B5EF4-FFF2-40B4-BE49-F238E27FC236}">
                <a16:creationId xmlns:a16="http://schemas.microsoft.com/office/drawing/2014/main" id="{06D9102E-55E5-11FA-8C28-091D7C8F55F9}"/>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EE09A52-58DA-E934-51C1-F1488FCB1FB9}"/>
              </a:ext>
            </a:extLst>
          </p:cNvPr>
          <p:cNvSpPr>
            <a:spLocks noGrp="1"/>
          </p:cNvSpPr>
          <p:nvPr>
            <p:ph type="sldNum" sz="quarter" idx="12"/>
          </p:nvPr>
        </p:nvSpPr>
        <p:spPr/>
        <p:txBody>
          <a:bodyPr/>
          <a:lstStyle/>
          <a:p>
            <a:fld id="{85B5F13F-FF87-4B86-A7DE-9D6EE362DA74}" type="slidenum">
              <a:rPr lang="en-GB" smtClean="0"/>
              <a:t>‹#›</a:t>
            </a:fld>
            <a:endParaRPr lang="en-GB"/>
          </a:p>
        </p:txBody>
      </p:sp>
    </p:spTree>
    <p:extLst>
      <p:ext uri="{BB962C8B-B14F-4D97-AF65-F5344CB8AC3E}">
        <p14:creationId xmlns:p14="http://schemas.microsoft.com/office/powerpoint/2010/main" val="285096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CD4A9-7E6C-060D-F163-77752047F395}"/>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C95BDFF4-923F-FD1A-9AB4-078B6AB217B6}"/>
              </a:ext>
            </a:extLst>
          </p:cNvPr>
          <p:cNvSpPr>
            <a:spLocks noGrp="1"/>
          </p:cNvSpPr>
          <p:nvPr>
            <p:ph type="dt" sz="half" idx="10"/>
          </p:nvPr>
        </p:nvSpPr>
        <p:spPr/>
        <p:txBody>
          <a:bodyPr/>
          <a:lstStyle/>
          <a:p>
            <a:fld id="{A8603839-88C0-4093-B975-9307AF2B9350}" type="datetimeFigureOut">
              <a:rPr lang="en-GB" smtClean="0"/>
              <a:t>03/06/2025</a:t>
            </a:fld>
            <a:endParaRPr lang="en-GB"/>
          </a:p>
        </p:txBody>
      </p:sp>
      <p:sp>
        <p:nvSpPr>
          <p:cNvPr id="4" name="Footer Placeholder 3">
            <a:extLst>
              <a:ext uri="{FF2B5EF4-FFF2-40B4-BE49-F238E27FC236}">
                <a16:creationId xmlns:a16="http://schemas.microsoft.com/office/drawing/2014/main" id="{D24E3ADE-7B24-1674-BF26-CE6B245C645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AFF33E7-8B33-069B-A46C-9D1E55E01285}"/>
              </a:ext>
            </a:extLst>
          </p:cNvPr>
          <p:cNvSpPr>
            <a:spLocks noGrp="1"/>
          </p:cNvSpPr>
          <p:nvPr>
            <p:ph type="sldNum" sz="quarter" idx="12"/>
          </p:nvPr>
        </p:nvSpPr>
        <p:spPr/>
        <p:txBody>
          <a:bodyPr/>
          <a:lstStyle/>
          <a:p>
            <a:fld id="{85B5F13F-FF87-4B86-A7DE-9D6EE362DA74}" type="slidenum">
              <a:rPr lang="en-GB" smtClean="0"/>
              <a:t>‹#›</a:t>
            </a:fld>
            <a:endParaRPr lang="en-GB"/>
          </a:p>
        </p:txBody>
      </p:sp>
    </p:spTree>
    <p:extLst>
      <p:ext uri="{BB962C8B-B14F-4D97-AF65-F5344CB8AC3E}">
        <p14:creationId xmlns:p14="http://schemas.microsoft.com/office/powerpoint/2010/main" val="2618888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D3D381-4AC2-3650-425D-E43B7FE96C18}"/>
              </a:ext>
            </a:extLst>
          </p:cNvPr>
          <p:cNvSpPr>
            <a:spLocks noGrp="1"/>
          </p:cNvSpPr>
          <p:nvPr>
            <p:ph type="dt" sz="half" idx="10"/>
          </p:nvPr>
        </p:nvSpPr>
        <p:spPr/>
        <p:txBody>
          <a:bodyPr/>
          <a:lstStyle/>
          <a:p>
            <a:fld id="{A8603839-88C0-4093-B975-9307AF2B9350}" type="datetimeFigureOut">
              <a:rPr lang="en-GB" smtClean="0"/>
              <a:t>03/06/2025</a:t>
            </a:fld>
            <a:endParaRPr lang="en-GB"/>
          </a:p>
        </p:txBody>
      </p:sp>
      <p:sp>
        <p:nvSpPr>
          <p:cNvPr id="3" name="Footer Placeholder 2">
            <a:extLst>
              <a:ext uri="{FF2B5EF4-FFF2-40B4-BE49-F238E27FC236}">
                <a16:creationId xmlns:a16="http://schemas.microsoft.com/office/drawing/2014/main" id="{55E8CFCC-0A5B-B85C-03D5-B2738C846B9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C1EC1DB-9541-55BC-6485-DB99E41F7371}"/>
              </a:ext>
            </a:extLst>
          </p:cNvPr>
          <p:cNvSpPr>
            <a:spLocks noGrp="1"/>
          </p:cNvSpPr>
          <p:nvPr>
            <p:ph type="sldNum" sz="quarter" idx="12"/>
          </p:nvPr>
        </p:nvSpPr>
        <p:spPr/>
        <p:txBody>
          <a:bodyPr/>
          <a:lstStyle/>
          <a:p>
            <a:fld id="{85B5F13F-FF87-4B86-A7DE-9D6EE362DA74}" type="slidenum">
              <a:rPr lang="en-GB" smtClean="0"/>
              <a:t>‹#›</a:t>
            </a:fld>
            <a:endParaRPr lang="en-GB"/>
          </a:p>
        </p:txBody>
      </p:sp>
    </p:spTree>
    <p:extLst>
      <p:ext uri="{BB962C8B-B14F-4D97-AF65-F5344CB8AC3E}">
        <p14:creationId xmlns:p14="http://schemas.microsoft.com/office/powerpoint/2010/main" val="3900172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ADC8F-3B42-1586-7497-AD0FA780895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97EB96DC-0C0C-4350-0A28-AD2F56B286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FF335DB2-EB85-23CD-0ECB-0A591E2AF0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10BE292-B381-3AB8-1B78-F917FD037C9E}"/>
              </a:ext>
            </a:extLst>
          </p:cNvPr>
          <p:cNvSpPr>
            <a:spLocks noGrp="1"/>
          </p:cNvSpPr>
          <p:nvPr>
            <p:ph type="dt" sz="half" idx="10"/>
          </p:nvPr>
        </p:nvSpPr>
        <p:spPr/>
        <p:txBody>
          <a:bodyPr/>
          <a:lstStyle/>
          <a:p>
            <a:fld id="{A8603839-88C0-4093-B975-9307AF2B9350}" type="datetimeFigureOut">
              <a:rPr lang="en-GB" smtClean="0"/>
              <a:t>03/06/2025</a:t>
            </a:fld>
            <a:endParaRPr lang="en-GB"/>
          </a:p>
        </p:txBody>
      </p:sp>
      <p:sp>
        <p:nvSpPr>
          <p:cNvPr id="6" name="Footer Placeholder 5">
            <a:extLst>
              <a:ext uri="{FF2B5EF4-FFF2-40B4-BE49-F238E27FC236}">
                <a16:creationId xmlns:a16="http://schemas.microsoft.com/office/drawing/2014/main" id="{30204D9B-C0DB-1D88-A10E-3C3E782A603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1F4F5F2-3A04-574F-386A-7914CDE67ED3}"/>
              </a:ext>
            </a:extLst>
          </p:cNvPr>
          <p:cNvSpPr>
            <a:spLocks noGrp="1"/>
          </p:cNvSpPr>
          <p:nvPr>
            <p:ph type="sldNum" sz="quarter" idx="12"/>
          </p:nvPr>
        </p:nvSpPr>
        <p:spPr/>
        <p:txBody>
          <a:bodyPr/>
          <a:lstStyle/>
          <a:p>
            <a:fld id="{85B5F13F-FF87-4B86-A7DE-9D6EE362DA74}" type="slidenum">
              <a:rPr lang="en-GB" smtClean="0"/>
              <a:t>‹#›</a:t>
            </a:fld>
            <a:endParaRPr lang="en-GB"/>
          </a:p>
        </p:txBody>
      </p:sp>
    </p:spTree>
    <p:extLst>
      <p:ext uri="{BB962C8B-B14F-4D97-AF65-F5344CB8AC3E}">
        <p14:creationId xmlns:p14="http://schemas.microsoft.com/office/powerpoint/2010/main" val="4219052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F94AE-F2A5-3CA3-F162-A8099455E93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B8B40B02-C9B0-A3EC-8B08-F2393B4DEA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E1DD4C5-AADE-3BD1-DDC1-EA7E231B35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B9EF705-5093-2A7E-1431-D220D1C02F60}"/>
              </a:ext>
            </a:extLst>
          </p:cNvPr>
          <p:cNvSpPr>
            <a:spLocks noGrp="1"/>
          </p:cNvSpPr>
          <p:nvPr>
            <p:ph type="dt" sz="half" idx="10"/>
          </p:nvPr>
        </p:nvSpPr>
        <p:spPr/>
        <p:txBody>
          <a:bodyPr/>
          <a:lstStyle/>
          <a:p>
            <a:fld id="{A8603839-88C0-4093-B975-9307AF2B9350}" type="datetimeFigureOut">
              <a:rPr lang="en-GB" smtClean="0"/>
              <a:t>03/06/2025</a:t>
            </a:fld>
            <a:endParaRPr lang="en-GB"/>
          </a:p>
        </p:txBody>
      </p:sp>
      <p:sp>
        <p:nvSpPr>
          <p:cNvPr id="6" name="Footer Placeholder 5">
            <a:extLst>
              <a:ext uri="{FF2B5EF4-FFF2-40B4-BE49-F238E27FC236}">
                <a16:creationId xmlns:a16="http://schemas.microsoft.com/office/drawing/2014/main" id="{DAE6D057-C2C4-D8EF-ED57-D2493ECC30A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8B513AC-9C21-108D-70DF-A42A595FDC09}"/>
              </a:ext>
            </a:extLst>
          </p:cNvPr>
          <p:cNvSpPr>
            <a:spLocks noGrp="1"/>
          </p:cNvSpPr>
          <p:nvPr>
            <p:ph type="sldNum" sz="quarter" idx="12"/>
          </p:nvPr>
        </p:nvSpPr>
        <p:spPr/>
        <p:txBody>
          <a:bodyPr/>
          <a:lstStyle/>
          <a:p>
            <a:fld id="{85B5F13F-FF87-4B86-A7DE-9D6EE362DA74}" type="slidenum">
              <a:rPr lang="en-GB" smtClean="0"/>
              <a:t>‹#›</a:t>
            </a:fld>
            <a:endParaRPr lang="en-GB"/>
          </a:p>
        </p:txBody>
      </p:sp>
    </p:spTree>
    <p:extLst>
      <p:ext uri="{BB962C8B-B14F-4D97-AF65-F5344CB8AC3E}">
        <p14:creationId xmlns:p14="http://schemas.microsoft.com/office/powerpoint/2010/main" val="695867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95BDF-1E41-BFC7-E084-70A377BBE36E}"/>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292C3626-72CB-B112-C8FE-659F168B888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653A334-1875-00FC-7C78-073FD4FC686F}"/>
              </a:ext>
            </a:extLst>
          </p:cNvPr>
          <p:cNvSpPr>
            <a:spLocks noGrp="1"/>
          </p:cNvSpPr>
          <p:nvPr>
            <p:ph type="dt" sz="half" idx="10"/>
          </p:nvPr>
        </p:nvSpPr>
        <p:spPr/>
        <p:txBody>
          <a:bodyPr/>
          <a:lstStyle/>
          <a:p>
            <a:fld id="{A8603839-88C0-4093-B975-9307AF2B9350}" type="datetimeFigureOut">
              <a:rPr lang="en-GB" smtClean="0"/>
              <a:t>03/06/2025</a:t>
            </a:fld>
            <a:endParaRPr lang="en-GB"/>
          </a:p>
        </p:txBody>
      </p:sp>
      <p:sp>
        <p:nvSpPr>
          <p:cNvPr id="5" name="Footer Placeholder 4">
            <a:extLst>
              <a:ext uri="{FF2B5EF4-FFF2-40B4-BE49-F238E27FC236}">
                <a16:creationId xmlns:a16="http://schemas.microsoft.com/office/drawing/2014/main" id="{946258A5-5C54-A64A-4146-EEBC092886A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57840AF-44E5-B36B-2883-B36F21A1CBFC}"/>
              </a:ext>
            </a:extLst>
          </p:cNvPr>
          <p:cNvSpPr>
            <a:spLocks noGrp="1"/>
          </p:cNvSpPr>
          <p:nvPr>
            <p:ph type="sldNum" sz="quarter" idx="12"/>
          </p:nvPr>
        </p:nvSpPr>
        <p:spPr/>
        <p:txBody>
          <a:bodyPr/>
          <a:lstStyle/>
          <a:p>
            <a:fld id="{85B5F13F-FF87-4B86-A7DE-9D6EE362DA74}" type="slidenum">
              <a:rPr lang="en-GB" smtClean="0"/>
              <a:t>‹#›</a:t>
            </a:fld>
            <a:endParaRPr lang="en-GB"/>
          </a:p>
        </p:txBody>
      </p:sp>
    </p:spTree>
    <p:extLst>
      <p:ext uri="{BB962C8B-B14F-4D97-AF65-F5344CB8AC3E}">
        <p14:creationId xmlns:p14="http://schemas.microsoft.com/office/powerpoint/2010/main" val="480304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29C0AE-9D5F-302E-EE21-7DCACFF4FF6A}"/>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681F8C88-422C-4414-156B-BF9A2849BE7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7355D351-724A-E8F3-3F40-1211CEE720A2}"/>
              </a:ext>
            </a:extLst>
          </p:cNvPr>
          <p:cNvSpPr>
            <a:spLocks noGrp="1"/>
          </p:cNvSpPr>
          <p:nvPr>
            <p:ph type="dt" sz="half" idx="10"/>
          </p:nvPr>
        </p:nvSpPr>
        <p:spPr/>
        <p:txBody>
          <a:bodyPr/>
          <a:lstStyle/>
          <a:p>
            <a:fld id="{A8603839-88C0-4093-B975-9307AF2B9350}" type="datetimeFigureOut">
              <a:rPr lang="en-GB" smtClean="0"/>
              <a:t>03/06/2025</a:t>
            </a:fld>
            <a:endParaRPr lang="en-GB"/>
          </a:p>
        </p:txBody>
      </p:sp>
      <p:sp>
        <p:nvSpPr>
          <p:cNvPr id="5" name="Footer Placeholder 4">
            <a:extLst>
              <a:ext uri="{FF2B5EF4-FFF2-40B4-BE49-F238E27FC236}">
                <a16:creationId xmlns:a16="http://schemas.microsoft.com/office/drawing/2014/main" id="{E2782315-C93A-BB0F-7252-2F27356ECA1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FFC1078-2C94-6C6D-7E47-326677F52C6F}"/>
              </a:ext>
            </a:extLst>
          </p:cNvPr>
          <p:cNvSpPr>
            <a:spLocks noGrp="1"/>
          </p:cNvSpPr>
          <p:nvPr>
            <p:ph type="sldNum" sz="quarter" idx="12"/>
          </p:nvPr>
        </p:nvSpPr>
        <p:spPr/>
        <p:txBody>
          <a:bodyPr/>
          <a:lstStyle/>
          <a:p>
            <a:fld id="{85B5F13F-FF87-4B86-A7DE-9D6EE362DA74}" type="slidenum">
              <a:rPr lang="en-GB" smtClean="0"/>
              <a:t>‹#›</a:t>
            </a:fld>
            <a:endParaRPr lang="en-GB"/>
          </a:p>
        </p:txBody>
      </p:sp>
    </p:spTree>
    <p:extLst>
      <p:ext uri="{BB962C8B-B14F-4D97-AF65-F5344CB8AC3E}">
        <p14:creationId xmlns:p14="http://schemas.microsoft.com/office/powerpoint/2010/main" val="3332305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854902-8B15-DD56-C05B-5356CC162F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3F5F6BD9-9F3C-7CEC-F420-9B3D998CF1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406B8F9-9A16-1951-F134-21E4FF490E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603839-88C0-4093-B975-9307AF2B9350}" type="datetimeFigureOut">
              <a:rPr lang="en-GB" smtClean="0"/>
              <a:t>03/06/2025</a:t>
            </a:fld>
            <a:endParaRPr lang="en-GB"/>
          </a:p>
        </p:txBody>
      </p:sp>
      <p:sp>
        <p:nvSpPr>
          <p:cNvPr id="5" name="Footer Placeholder 4">
            <a:extLst>
              <a:ext uri="{FF2B5EF4-FFF2-40B4-BE49-F238E27FC236}">
                <a16:creationId xmlns:a16="http://schemas.microsoft.com/office/drawing/2014/main" id="{832FDDC4-2A03-F9A1-8EC1-DF80431591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25E5DDA9-3C62-71B5-4C51-9BD86D78AA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5B5F13F-FF87-4B86-A7DE-9D6EE362DA74}" type="slidenum">
              <a:rPr lang="en-GB" smtClean="0"/>
              <a:t>‹#›</a:t>
            </a:fld>
            <a:endParaRPr lang="en-GB"/>
          </a:p>
        </p:txBody>
      </p:sp>
    </p:spTree>
    <p:extLst>
      <p:ext uri="{BB962C8B-B14F-4D97-AF65-F5344CB8AC3E}">
        <p14:creationId xmlns:p14="http://schemas.microsoft.com/office/powerpoint/2010/main" val="22882485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213E7146-D79C-EE6B-8666-E05BD15FEE0B}"/>
              </a:ext>
            </a:extLst>
          </p:cNvPr>
          <p:cNvPicPr>
            <a:picLocks noChangeAspect="1"/>
          </p:cNvPicPr>
          <p:nvPr/>
        </p:nvPicPr>
        <p:blipFill>
          <a:blip r:embed="rId3">
            <a:extLst>
              <a:ext uri="{96DAC541-7B7A-43D3-8B79-37D633B846F1}">
                <asvg:svgBlip xmlns:asvg="http://schemas.microsoft.com/office/drawing/2016/SVG/main" r:embed="rId4"/>
              </a:ext>
            </a:extLst>
          </a:blip>
          <a:srcRect l="-74" t="3511" r="74" b="-1171"/>
          <a:stretch/>
        </p:blipFill>
        <p:spPr>
          <a:xfrm>
            <a:off x="0" y="-59"/>
            <a:ext cx="8572500" cy="6697491"/>
          </a:xfrm>
          <a:prstGeom prst="rect">
            <a:avLst/>
          </a:prstGeom>
        </p:spPr>
      </p:pic>
      <p:cxnSp>
        <p:nvCxnSpPr>
          <p:cNvPr id="7176" name="Straight Connector 7175">
            <a:extLst>
              <a:ext uri="{FF2B5EF4-FFF2-40B4-BE49-F238E27FC236}">
                <a16:creationId xmlns:a16="http://schemas.microsoft.com/office/drawing/2014/main" id="{E1F1C8B5-8CCC-A1FF-AF23-1F5CA2C23BCD}"/>
              </a:ext>
            </a:extLst>
          </p:cNvPr>
          <p:cNvCxnSpPr>
            <a:cxnSpLocks/>
          </p:cNvCxnSpPr>
          <p:nvPr/>
        </p:nvCxnSpPr>
        <p:spPr>
          <a:xfrm>
            <a:off x="284953" y="6697490"/>
            <a:ext cx="1849331"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178" name="Straight Connector 7177">
            <a:extLst>
              <a:ext uri="{FF2B5EF4-FFF2-40B4-BE49-F238E27FC236}">
                <a16:creationId xmlns:a16="http://schemas.microsoft.com/office/drawing/2014/main" id="{A35E2D9E-5C4E-7CCF-7478-61625A0E36DF}"/>
              </a:ext>
            </a:extLst>
          </p:cNvPr>
          <p:cNvCxnSpPr>
            <a:cxnSpLocks/>
          </p:cNvCxnSpPr>
          <p:nvPr/>
        </p:nvCxnSpPr>
        <p:spPr>
          <a:xfrm>
            <a:off x="2395391" y="6697490"/>
            <a:ext cx="3629551"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7181" name="TextBox 7180">
            <a:extLst>
              <a:ext uri="{FF2B5EF4-FFF2-40B4-BE49-F238E27FC236}">
                <a16:creationId xmlns:a16="http://schemas.microsoft.com/office/drawing/2014/main" id="{567E1549-0218-2E85-5610-597A2220AE41}"/>
              </a:ext>
            </a:extLst>
          </p:cNvPr>
          <p:cNvSpPr txBox="1"/>
          <p:nvPr/>
        </p:nvSpPr>
        <p:spPr>
          <a:xfrm>
            <a:off x="934193" y="6634007"/>
            <a:ext cx="990600" cy="276999"/>
          </a:xfrm>
          <a:prstGeom prst="rect">
            <a:avLst/>
          </a:prstGeom>
          <a:noFill/>
        </p:spPr>
        <p:txBody>
          <a:bodyPr wrap="square" rtlCol="0">
            <a:spAutoFit/>
          </a:bodyPr>
          <a:lstStyle/>
          <a:p>
            <a:r>
              <a:rPr lang="en-GB" sz="1200" dirty="0"/>
              <a:t>2021</a:t>
            </a:r>
          </a:p>
        </p:txBody>
      </p:sp>
      <p:sp>
        <p:nvSpPr>
          <p:cNvPr id="7182" name="TextBox 7181">
            <a:extLst>
              <a:ext uri="{FF2B5EF4-FFF2-40B4-BE49-F238E27FC236}">
                <a16:creationId xmlns:a16="http://schemas.microsoft.com/office/drawing/2014/main" id="{E9221647-9D13-C5BE-C1E1-A707CFFDC221}"/>
              </a:ext>
            </a:extLst>
          </p:cNvPr>
          <p:cNvSpPr txBox="1"/>
          <p:nvPr/>
        </p:nvSpPr>
        <p:spPr>
          <a:xfrm>
            <a:off x="3757430" y="6634006"/>
            <a:ext cx="990600" cy="276999"/>
          </a:xfrm>
          <a:prstGeom prst="rect">
            <a:avLst/>
          </a:prstGeom>
          <a:noFill/>
        </p:spPr>
        <p:txBody>
          <a:bodyPr wrap="square" rtlCol="0">
            <a:spAutoFit/>
          </a:bodyPr>
          <a:lstStyle/>
          <a:p>
            <a:r>
              <a:rPr lang="en-GB" sz="1200" dirty="0"/>
              <a:t>2022</a:t>
            </a:r>
          </a:p>
        </p:txBody>
      </p:sp>
      <p:sp>
        <p:nvSpPr>
          <p:cNvPr id="7185" name="TextBox 7184">
            <a:extLst>
              <a:ext uri="{FF2B5EF4-FFF2-40B4-BE49-F238E27FC236}">
                <a16:creationId xmlns:a16="http://schemas.microsoft.com/office/drawing/2014/main" id="{277FA0D2-3B4E-1C35-A1CF-A464DE7E0CB9}"/>
              </a:ext>
            </a:extLst>
          </p:cNvPr>
          <p:cNvSpPr txBox="1"/>
          <p:nvPr/>
        </p:nvSpPr>
        <p:spPr>
          <a:xfrm>
            <a:off x="8778241" y="455587"/>
            <a:ext cx="3243492" cy="2893100"/>
          </a:xfrm>
          <a:prstGeom prst="rect">
            <a:avLst/>
          </a:prstGeom>
          <a:noFill/>
        </p:spPr>
        <p:txBody>
          <a:bodyPr wrap="square" rtlCol="0">
            <a:spAutoFit/>
          </a:bodyPr>
          <a:lstStyle/>
          <a:p>
            <a:r>
              <a:rPr lang="en-GB" sz="1400" dirty="0"/>
              <a:t>Epibiont eDNA, plankton counts, and blade attachment show some congruence between methods. Taxa like Hydrozoa and Bivalvia show agreement across methods. eDNA signals often precede or coincide with peaks in plankton and later blade abundance, supporting a link from detection in the water column through to settlement. In some cases (e.g., </a:t>
            </a:r>
            <a:r>
              <a:rPr lang="en-GB" sz="1400" dirty="0" err="1"/>
              <a:t>Gastropoda</a:t>
            </a:r>
            <a:r>
              <a:rPr lang="en-GB" sz="1400" dirty="0"/>
              <a:t>), this pattern is less consistent, possibly due to life history traits or detection limits.</a:t>
            </a:r>
          </a:p>
        </p:txBody>
      </p:sp>
    </p:spTree>
    <p:extLst>
      <p:ext uri="{BB962C8B-B14F-4D97-AF65-F5344CB8AC3E}">
        <p14:creationId xmlns:p14="http://schemas.microsoft.com/office/powerpoint/2010/main" val="33779047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8" name="Graphic 11">
            <a:extLst>
              <a:ext uri="{FF2B5EF4-FFF2-40B4-BE49-F238E27FC236}">
                <a16:creationId xmlns:a16="http://schemas.microsoft.com/office/drawing/2014/main" id="{231B7FC2-AEBA-EDB9-8A92-21D7DEA09DE0}"/>
              </a:ext>
            </a:extLst>
          </p:cNvPr>
          <p:cNvGrpSpPr/>
          <p:nvPr/>
        </p:nvGrpSpPr>
        <p:grpSpPr>
          <a:xfrm>
            <a:off x="936458" y="333275"/>
            <a:ext cx="10319084" cy="6191450"/>
            <a:chOff x="936458" y="333275"/>
            <a:chExt cx="10319084" cy="6191450"/>
          </a:xfrm>
        </p:grpSpPr>
        <p:sp>
          <p:nvSpPr>
            <p:cNvPr id="20" name="Free-form: Shape 19">
              <a:extLst>
                <a:ext uri="{FF2B5EF4-FFF2-40B4-BE49-F238E27FC236}">
                  <a16:creationId xmlns:a16="http://schemas.microsoft.com/office/drawing/2014/main" id="{1D811FC3-084E-4646-D884-0F0F844887AF}"/>
                </a:ext>
              </a:extLst>
            </p:cNvPr>
            <p:cNvSpPr/>
            <p:nvPr/>
          </p:nvSpPr>
          <p:spPr>
            <a:xfrm>
              <a:off x="936458" y="333275"/>
              <a:ext cx="10319084" cy="6191450"/>
            </a:xfrm>
            <a:custGeom>
              <a:avLst/>
              <a:gdLst>
                <a:gd name="connsiteX0" fmla="*/ 0 w 10319084"/>
                <a:gd name="connsiteY0" fmla="*/ 0 h 6191450"/>
                <a:gd name="connsiteX1" fmla="*/ 10319084 w 10319084"/>
                <a:gd name="connsiteY1" fmla="*/ 0 h 6191450"/>
                <a:gd name="connsiteX2" fmla="*/ 10319084 w 10319084"/>
                <a:gd name="connsiteY2" fmla="*/ 6191450 h 6191450"/>
                <a:gd name="connsiteX3" fmla="*/ 0 w 10319084"/>
                <a:gd name="connsiteY3" fmla="*/ 6191450 h 6191450"/>
              </a:gdLst>
              <a:ahLst/>
              <a:cxnLst>
                <a:cxn ang="0">
                  <a:pos x="connsiteX0" y="connsiteY0"/>
                </a:cxn>
                <a:cxn ang="0">
                  <a:pos x="connsiteX1" y="connsiteY1"/>
                </a:cxn>
                <a:cxn ang="0">
                  <a:pos x="connsiteX2" y="connsiteY2"/>
                </a:cxn>
                <a:cxn ang="0">
                  <a:pos x="connsiteX3" y="connsiteY3"/>
                </a:cxn>
              </a:cxnLst>
              <a:rect l="l" t="t" r="r" b="b"/>
              <a:pathLst>
                <a:path w="10319084" h="6191450">
                  <a:moveTo>
                    <a:pt x="0" y="0"/>
                  </a:moveTo>
                  <a:lnTo>
                    <a:pt x="10319084" y="0"/>
                  </a:lnTo>
                  <a:lnTo>
                    <a:pt x="10319084" y="6191450"/>
                  </a:lnTo>
                  <a:lnTo>
                    <a:pt x="0" y="6191450"/>
                  </a:lnTo>
                  <a:close/>
                </a:path>
              </a:pathLst>
            </a:custGeom>
            <a:noFill/>
            <a:ln w="14327" cap="rnd">
              <a:noFill/>
              <a:prstDash val="solid"/>
              <a:round/>
            </a:ln>
          </p:spPr>
          <p:txBody>
            <a:bodyPr rtlCol="0" anchor="ctr"/>
            <a:lstStyle/>
            <a:p>
              <a:endParaRPr lang="en-GB"/>
            </a:p>
          </p:txBody>
        </p:sp>
        <p:grpSp>
          <p:nvGrpSpPr>
            <p:cNvPr id="22" name="Graphic 11">
              <a:extLst>
                <a:ext uri="{FF2B5EF4-FFF2-40B4-BE49-F238E27FC236}">
                  <a16:creationId xmlns:a16="http://schemas.microsoft.com/office/drawing/2014/main" id="{153A63B4-2002-107C-5A1D-BDBEC250F186}"/>
                </a:ext>
              </a:extLst>
            </p:cNvPr>
            <p:cNvGrpSpPr/>
            <p:nvPr/>
          </p:nvGrpSpPr>
          <p:grpSpPr>
            <a:xfrm>
              <a:off x="1491252" y="970335"/>
              <a:ext cx="1449688" cy="4901564"/>
              <a:chOff x="1491252" y="970335"/>
              <a:chExt cx="1449688" cy="4901564"/>
            </a:xfrm>
          </p:grpSpPr>
          <p:sp>
            <p:nvSpPr>
              <p:cNvPr id="23" name="Free-form: Shape 22">
                <a:extLst>
                  <a:ext uri="{FF2B5EF4-FFF2-40B4-BE49-F238E27FC236}">
                    <a16:creationId xmlns:a16="http://schemas.microsoft.com/office/drawing/2014/main" id="{4F8C47F4-1CF6-F208-1EC5-1D4DC80D114E}"/>
                  </a:ext>
                </a:extLst>
              </p:cNvPr>
              <p:cNvSpPr/>
              <p:nvPr/>
            </p:nvSpPr>
            <p:spPr>
              <a:xfrm>
                <a:off x="1491252" y="5012119"/>
                <a:ext cx="1449688" cy="14332"/>
              </a:xfrm>
              <a:custGeom>
                <a:avLst/>
                <a:gdLst>
                  <a:gd name="connsiteX0" fmla="*/ 0 w 1449688"/>
                  <a:gd name="connsiteY0" fmla="*/ 0 h 14332"/>
                  <a:gd name="connsiteX1" fmla="*/ 1449688 w 1449688"/>
                  <a:gd name="connsiteY1" fmla="*/ 0 h 14332"/>
                </a:gdLst>
                <a:ahLst/>
                <a:cxnLst>
                  <a:cxn ang="0">
                    <a:pos x="connsiteX0" y="connsiteY0"/>
                  </a:cxn>
                  <a:cxn ang="0">
                    <a:pos x="connsiteX1" y="connsiteY1"/>
                  </a:cxn>
                </a:cxnLst>
                <a:rect l="l" t="t" r="r" b="b"/>
                <a:pathLst>
                  <a:path w="1449688" h="14332">
                    <a:moveTo>
                      <a:pt x="0" y="0"/>
                    </a:moveTo>
                    <a:lnTo>
                      <a:pt x="1449688" y="0"/>
                    </a:lnTo>
                  </a:path>
                </a:pathLst>
              </a:custGeom>
              <a:noFill/>
              <a:ln w="9026" cap="flat">
                <a:solidFill>
                  <a:srgbClr val="EBEBEB"/>
                </a:solidFill>
                <a:prstDash val="solid"/>
                <a:round/>
              </a:ln>
            </p:spPr>
            <p:txBody>
              <a:bodyPr rtlCol="0" anchor="ctr"/>
              <a:lstStyle/>
              <a:p>
                <a:endParaRPr lang="en-GB"/>
              </a:p>
            </p:txBody>
          </p:sp>
          <p:sp>
            <p:nvSpPr>
              <p:cNvPr id="24" name="Free-form: Shape 23">
                <a:extLst>
                  <a:ext uri="{FF2B5EF4-FFF2-40B4-BE49-F238E27FC236}">
                    <a16:creationId xmlns:a16="http://schemas.microsoft.com/office/drawing/2014/main" id="{2E3D6355-DC8A-89AB-879E-557CCFE53322}"/>
                  </a:ext>
                </a:extLst>
              </p:cNvPr>
              <p:cNvSpPr/>
              <p:nvPr/>
            </p:nvSpPr>
            <p:spPr>
              <a:xfrm>
                <a:off x="1491252" y="3738429"/>
                <a:ext cx="1449688" cy="14332"/>
              </a:xfrm>
              <a:custGeom>
                <a:avLst/>
                <a:gdLst>
                  <a:gd name="connsiteX0" fmla="*/ 0 w 1449688"/>
                  <a:gd name="connsiteY0" fmla="*/ 0 h 14332"/>
                  <a:gd name="connsiteX1" fmla="*/ 1449688 w 1449688"/>
                  <a:gd name="connsiteY1" fmla="*/ 0 h 14332"/>
                </a:gdLst>
                <a:ahLst/>
                <a:cxnLst>
                  <a:cxn ang="0">
                    <a:pos x="connsiteX0" y="connsiteY0"/>
                  </a:cxn>
                  <a:cxn ang="0">
                    <a:pos x="connsiteX1" y="connsiteY1"/>
                  </a:cxn>
                </a:cxnLst>
                <a:rect l="l" t="t" r="r" b="b"/>
                <a:pathLst>
                  <a:path w="1449688" h="14332">
                    <a:moveTo>
                      <a:pt x="0" y="0"/>
                    </a:moveTo>
                    <a:lnTo>
                      <a:pt x="1449688" y="0"/>
                    </a:lnTo>
                  </a:path>
                </a:pathLst>
              </a:custGeom>
              <a:noFill/>
              <a:ln w="9026" cap="flat">
                <a:solidFill>
                  <a:srgbClr val="EBEBEB"/>
                </a:solidFill>
                <a:prstDash val="solid"/>
                <a:round/>
              </a:ln>
            </p:spPr>
            <p:txBody>
              <a:bodyPr rtlCol="0" anchor="ctr"/>
              <a:lstStyle/>
              <a:p>
                <a:endParaRPr lang="en-GB"/>
              </a:p>
            </p:txBody>
          </p:sp>
          <p:sp>
            <p:nvSpPr>
              <p:cNvPr id="25" name="Free-form: Shape 24">
                <a:extLst>
                  <a:ext uri="{FF2B5EF4-FFF2-40B4-BE49-F238E27FC236}">
                    <a16:creationId xmlns:a16="http://schemas.microsoft.com/office/drawing/2014/main" id="{B3D17D32-9944-43B8-D54A-15EFF613931A}"/>
                  </a:ext>
                </a:extLst>
              </p:cNvPr>
              <p:cNvSpPr/>
              <p:nvPr/>
            </p:nvSpPr>
            <p:spPr>
              <a:xfrm>
                <a:off x="1491252" y="2464739"/>
                <a:ext cx="1449688" cy="14332"/>
              </a:xfrm>
              <a:custGeom>
                <a:avLst/>
                <a:gdLst>
                  <a:gd name="connsiteX0" fmla="*/ 0 w 1449688"/>
                  <a:gd name="connsiteY0" fmla="*/ 0 h 14332"/>
                  <a:gd name="connsiteX1" fmla="*/ 1449688 w 1449688"/>
                  <a:gd name="connsiteY1" fmla="*/ 0 h 14332"/>
                </a:gdLst>
                <a:ahLst/>
                <a:cxnLst>
                  <a:cxn ang="0">
                    <a:pos x="connsiteX0" y="connsiteY0"/>
                  </a:cxn>
                  <a:cxn ang="0">
                    <a:pos x="connsiteX1" y="connsiteY1"/>
                  </a:cxn>
                </a:cxnLst>
                <a:rect l="l" t="t" r="r" b="b"/>
                <a:pathLst>
                  <a:path w="1449688" h="14332">
                    <a:moveTo>
                      <a:pt x="0" y="0"/>
                    </a:moveTo>
                    <a:lnTo>
                      <a:pt x="1449688" y="0"/>
                    </a:lnTo>
                  </a:path>
                </a:pathLst>
              </a:custGeom>
              <a:noFill/>
              <a:ln w="9026" cap="flat">
                <a:solidFill>
                  <a:srgbClr val="EBEBEB"/>
                </a:solidFill>
                <a:prstDash val="solid"/>
                <a:round/>
              </a:ln>
            </p:spPr>
            <p:txBody>
              <a:bodyPr rtlCol="0" anchor="ctr"/>
              <a:lstStyle/>
              <a:p>
                <a:endParaRPr lang="en-GB"/>
              </a:p>
            </p:txBody>
          </p:sp>
          <p:sp>
            <p:nvSpPr>
              <p:cNvPr id="27" name="Free-form: Shape 26">
                <a:extLst>
                  <a:ext uri="{FF2B5EF4-FFF2-40B4-BE49-F238E27FC236}">
                    <a16:creationId xmlns:a16="http://schemas.microsoft.com/office/drawing/2014/main" id="{49B4E56F-4A0A-4E76-5FFF-065A48B0AC73}"/>
                  </a:ext>
                </a:extLst>
              </p:cNvPr>
              <p:cNvSpPr/>
              <p:nvPr/>
            </p:nvSpPr>
            <p:spPr>
              <a:xfrm>
                <a:off x="1491252" y="1190905"/>
                <a:ext cx="1449688" cy="14332"/>
              </a:xfrm>
              <a:custGeom>
                <a:avLst/>
                <a:gdLst>
                  <a:gd name="connsiteX0" fmla="*/ 0 w 1449688"/>
                  <a:gd name="connsiteY0" fmla="*/ 0 h 14332"/>
                  <a:gd name="connsiteX1" fmla="*/ 1449688 w 1449688"/>
                  <a:gd name="connsiteY1" fmla="*/ 0 h 14332"/>
                </a:gdLst>
                <a:ahLst/>
                <a:cxnLst>
                  <a:cxn ang="0">
                    <a:pos x="connsiteX0" y="connsiteY0"/>
                  </a:cxn>
                  <a:cxn ang="0">
                    <a:pos x="connsiteX1" y="connsiteY1"/>
                  </a:cxn>
                </a:cxnLst>
                <a:rect l="l" t="t" r="r" b="b"/>
                <a:pathLst>
                  <a:path w="1449688" h="14332">
                    <a:moveTo>
                      <a:pt x="0" y="0"/>
                    </a:moveTo>
                    <a:lnTo>
                      <a:pt x="1449688" y="0"/>
                    </a:lnTo>
                  </a:path>
                </a:pathLst>
              </a:custGeom>
              <a:noFill/>
              <a:ln w="9026" cap="flat">
                <a:solidFill>
                  <a:srgbClr val="EBEBEB"/>
                </a:solidFill>
                <a:prstDash val="solid"/>
                <a:round/>
              </a:ln>
            </p:spPr>
            <p:txBody>
              <a:bodyPr rtlCol="0" anchor="ctr"/>
              <a:lstStyle/>
              <a:p>
                <a:endParaRPr lang="en-GB"/>
              </a:p>
            </p:txBody>
          </p:sp>
          <p:sp>
            <p:nvSpPr>
              <p:cNvPr id="28" name="Free-form: Shape 27">
                <a:extLst>
                  <a:ext uri="{FF2B5EF4-FFF2-40B4-BE49-F238E27FC236}">
                    <a16:creationId xmlns:a16="http://schemas.microsoft.com/office/drawing/2014/main" id="{E520D534-9AEC-0E42-460A-0655ED8E3218}"/>
                  </a:ext>
                </a:extLst>
              </p:cNvPr>
              <p:cNvSpPr/>
              <p:nvPr/>
            </p:nvSpPr>
            <p:spPr>
              <a:xfrm>
                <a:off x="1491252" y="5649036"/>
                <a:ext cx="1449688" cy="14332"/>
              </a:xfrm>
              <a:custGeom>
                <a:avLst/>
                <a:gdLst>
                  <a:gd name="connsiteX0" fmla="*/ 0 w 1449688"/>
                  <a:gd name="connsiteY0" fmla="*/ 0 h 14332"/>
                  <a:gd name="connsiteX1" fmla="*/ 1449688 w 1449688"/>
                  <a:gd name="connsiteY1" fmla="*/ 0 h 14332"/>
                </a:gdLst>
                <a:ahLst/>
                <a:cxnLst>
                  <a:cxn ang="0">
                    <a:pos x="connsiteX0" y="connsiteY0"/>
                  </a:cxn>
                  <a:cxn ang="0">
                    <a:pos x="connsiteX1" y="connsiteY1"/>
                  </a:cxn>
                </a:cxnLst>
                <a:rect l="l" t="t" r="r" b="b"/>
                <a:pathLst>
                  <a:path w="1449688" h="14332">
                    <a:moveTo>
                      <a:pt x="0" y="0"/>
                    </a:moveTo>
                    <a:lnTo>
                      <a:pt x="1449688" y="0"/>
                    </a:lnTo>
                  </a:path>
                </a:pathLst>
              </a:custGeom>
              <a:noFill/>
              <a:ln w="18052" cap="flat">
                <a:solidFill>
                  <a:srgbClr val="EBEBEB"/>
                </a:solidFill>
                <a:prstDash val="solid"/>
                <a:round/>
              </a:ln>
            </p:spPr>
            <p:txBody>
              <a:bodyPr rtlCol="0" anchor="ctr"/>
              <a:lstStyle/>
              <a:p>
                <a:endParaRPr lang="en-GB"/>
              </a:p>
            </p:txBody>
          </p:sp>
          <p:sp>
            <p:nvSpPr>
              <p:cNvPr id="29" name="Free-form: Shape 28">
                <a:extLst>
                  <a:ext uri="{FF2B5EF4-FFF2-40B4-BE49-F238E27FC236}">
                    <a16:creationId xmlns:a16="http://schemas.microsoft.com/office/drawing/2014/main" id="{2AE6A195-5FD7-1BA9-D0BA-0D9F7AB95AA5}"/>
                  </a:ext>
                </a:extLst>
              </p:cNvPr>
              <p:cNvSpPr/>
              <p:nvPr/>
            </p:nvSpPr>
            <p:spPr>
              <a:xfrm>
                <a:off x="1491252" y="4375345"/>
                <a:ext cx="1449688" cy="14332"/>
              </a:xfrm>
              <a:custGeom>
                <a:avLst/>
                <a:gdLst>
                  <a:gd name="connsiteX0" fmla="*/ 0 w 1449688"/>
                  <a:gd name="connsiteY0" fmla="*/ 0 h 14332"/>
                  <a:gd name="connsiteX1" fmla="*/ 1449688 w 1449688"/>
                  <a:gd name="connsiteY1" fmla="*/ 0 h 14332"/>
                </a:gdLst>
                <a:ahLst/>
                <a:cxnLst>
                  <a:cxn ang="0">
                    <a:pos x="connsiteX0" y="connsiteY0"/>
                  </a:cxn>
                  <a:cxn ang="0">
                    <a:pos x="connsiteX1" y="connsiteY1"/>
                  </a:cxn>
                </a:cxnLst>
                <a:rect l="l" t="t" r="r" b="b"/>
                <a:pathLst>
                  <a:path w="1449688" h="14332">
                    <a:moveTo>
                      <a:pt x="0" y="0"/>
                    </a:moveTo>
                    <a:lnTo>
                      <a:pt x="1449688" y="0"/>
                    </a:lnTo>
                  </a:path>
                </a:pathLst>
              </a:custGeom>
              <a:noFill/>
              <a:ln w="18052" cap="flat">
                <a:solidFill>
                  <a:srgbClr val="EBEBEB"/>
                </a:solidFill>
                <a:prstDash val="solid"/>
                <a:round/>
              </a:ln>
            </p:spPr>
            <p:txBody>
              <a:bodyPr rtlCol="0" anchor="ctr"/>
              <a:lstStyle/>
              <a:p>
                <a:endParaRPr lang="en-GB"/>
              </a:p>
            </p:txBody>
          </p:sp>
          <p:sp>
            <p:nvSpPr>
              <p:cNvPr id="30" name="Free-form: Shape 29">
                <a:extLst>
                  <a:ext uri="{FF2B5EF4-FFF2-40B4-BE49-F238E27FC236}">
                    <a16:creationId xmlns:a16="http://schemas.microsoft.com/office/drawing/2014/main" id="{C3CF6C46-961A-3454-5BCC-DFA3FF36735C}"/>
                  </a:ext>
                </a:extLst>
              </p:cNvPr>
              <p:cNvSpPr/>
              <p:nvPr/>
            </p:nvSpPr>
            <p:spPr>
              <a:xfrm>
                <a:off x="1491252" y="3101512"/>
                <a:ext cx="1449688" cy="14332"/>
              </a:xfrm>
              <a:custGeom>
                <a:avLst/>
                <a:gdLst>
                  <a:gd name="connsiteX0" fmla="*/ 0 w 1449688"/>
                  <a:gd name="connsiteY0" fmla="*/ 0 h 14332"/>
                  <a:gd name="connsiteX1" fmla="*/ 1449688 w 1449688"/>
                  <a:gd name="connsiteY1" fmla="*/ 0 h 14332"/>
                </a:gdLst>
                <a:ahLst/>
                <a:cxnLst>
                  <a:cxn ang="0">
                    <a:pos x="connsiteX0" y="connsiteY0"/>
                  </a:cxn>
                  <a:cxn ang="0">
                    <a:pos x="connsiteX1" y="connsiteY1"/>
                  </a:cxn>
                </a:cxnLst>
                <a:rect l="l" t="t" r="r" b="b"/>
                <a:pathLst>
                  <a:path w="1449688" h="14332">
                    <a:moveTo>
                      <a:pt x="0" y="0"/>
                    </a:moveTo>
                    <a:lnTo>
                      <a:pt x="1449688" y="0"/>
                    </a:lnTo>
                  </a:path>
                </a:pathLst>
              </a:custGeom>
              <a:noFill/>
              <a:ln w="18052" cap="flat">
                <a:solidFill>
                  <a:srgbClr val="EBEBEB"/>
                </a:solidFill>
                <a:prstDash val="solid"/>
                <a:round/>
              </a:ln>
            </p:spPr>
            <p:txBody>
              <a:bodyPr rtlCol="0" anchor="ctr"/>
              <a:lstStyle/>
              <a:p>
                <a:endParaRPr lang="en-GB"/>
              </a:p>
            </p:txBody>
          </p:sp>
          <p:sp>
            <p:nvSpPr>
              <p:cNvPr id="32" name="Free-form: Shape 31">
                <a:extLst>
                  <a:ext uri="{FF2B5EF4-FFF2-40B4-BE49-F238E27FC236}">
                    <a16:creationId xmlns:a16="http://schemas.microsoft.com/office/drawing/2014/main" id="{93F1B61F-D81B-140F-B7CF-DFC04F76980C}"/>
                  </a:ext>
                </a:extLst>
              </p:cNvPr>
              <p:cNvSpPr/>
              <p:nvPr/>
            </p:nvSpPr>
            <p:spPr>
              <a:xfrm>
                <a:off x="1491252" y="1827822"/>
                <a:ext cx="1449688" cy="14332"/>
              </a:xfrm>
              <a:custGeom>
                <a:avLst/>
                <a:gdLst>
                  <a:gd name="connsiteX0" fmla="*/ 0 w 1449688"/>
                  <a:gd name="connsiteY0" fmla="*/ 0 h 14332"/>
                  <a:gd name="connsiteX1" fmla="*/ 1449688 w 1449688"/>
                  <a:gd name="connsiteY1" fmla="*/ 0 h 14332"/>
                </a:gdLst>
                <a:ahLst/>
                <a:cxnLst>
                  <a:cxn ang="0">
                    <a:pos x="connsiteX0" y="connsiteY0"/>
                  </a:cxn>
                  <a:cxn ang="0">
                    <a:pos x="connsiteX1" y="connsiteY1"/>
                  </a:cxn>
                </a:cxnLst>
                <a:rect l="l" t="t" r="r" b="b"/>
                <a:pathLst>
                  <a:path w="1449688" h="14332">
                    <a:moveTo>
                      <a:pt x="0" y="0"/>
                    </a:moveTo>
                    <a:lnTo>
                      <a:pt x="1449688" y="0"/>
                    </a:lnTo>
                  </a:path>
                </a:pathLst>
              </a:custGeom>
              <a:noFill/>
              <a:ln w="18052" cap="flat">
                <a:solidFill>
                  <a:srgbClr val="EBEBEB"/>
                </a:solidFill>
                <a:prstDash val="solid"/>
                <a:round/>
              </a:ln>
            </p:spPr>
            <p:txBody>
              <a:bodyPr rtlCol="0" anchor="ctr"/>
              <a:lstStyle/>
              <a:p>
                <a:endParaRPr lang="en-GB"/>
              </a:p>
            </p:txBody>
          </p:sp>
          <p:sp>
            <p:nvSpPr>
              <p:cNvPr id="34" name="Free-form: Shape 33">
                <a:extLst>
                  <a:ext uri="{FF2B5EF4-FFF2-40B4-BE49-F238E27FC236}">
                    <a16:creationId xmlns:a16="http://schemas.microsoft.com/office/drawing/2014/main" id="{0D1167E1-4EF6-7EEB-FB66-344F3EC60A65}"/>
                  </a:ext>
                </a:extLst>
              </p:cNvPr>
              <p:cNvSpPr/>
              <p:nvPr/>
            </p:nvSpPr>
            <p:spPr>
              <a:xfrm>
                <a:off x="1597309"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35" name="Free-form: Shape 34">
                <a:extLst>
                  <a:ext uri="{FF2B5EF4-FFF2-40B4-BE49-F238E27FC236}">
                    <a16:creationId xmlns:a16="http://schemas.microsoft.com/office/drawing/2014/main" id="{B457CB5A-E258-9ACC-88FA-95FD998EBE7C}"/>
                  </a:ext>
                </a:extLst>
              </p:cNvPr>
              <p:cNvSpPr/>
              <p:nvPr/>
            </p:nvSpPr>
            <p:spPr>
              <a:xfrm>
                <a:off x="1774166"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36" name="Free-form: Shape 35">
                <a:extLst>
                  <a:ext uri="{FF2B5EF4-FFF2-40B4-BE49-F238E27FC236}">
                    <a16:creationId xmlns:a16="http://schemas.microsoft.com/office/drawing/2014/main" id="{D7DB2244-41E4-79FC-12F4-5C662AC5D99A}"/>
                  </a:ext>
                </a:extLst>
              </p:cNvPr>
              <p:cNvSpPr/>
              <p:nvPr/>
            </p:nvSpPr>
            <p:spPr>
              <a:xfrm>
                <a:off x="1950881"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37" name="Free-form: Shape 36">
                <a:extLst>
                  <a:ext uri="{FF2B5EF4-FFF2-40B4-BE49-F238E27FC236}">
                    <a16:creationId xmlns:a16="http://schemas.microsoft.com/office/drawing/2014/main" id="{EC0586A5-60D3-F2E9-2127-705074AB8A4B}"/>
                  </a:ext>
                </a:extLst>
              </p:cNvPr>
              <p:cNvSpPr/>
              <p:nvPr/>
            </p:nvSpPr>
            <p:spPr>
              <a:xfrm>
                <a:off x="2127738"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38" name="Free-form: Shape 37">
                <a:extLst>
                  <a:ext uri="{FF2B5EF4-FFF2-40B4-BE49-F238E27FC236}">
                    <a16:creationId xmlns:a16="http://schemas.microsoft.com/office/drawing/2014/main" id="{E47C4504-2AD4-1365-3113-D8FB721E6FCB}"/>
                  </a:ext>
                </a:extLst>
              </p:cNvPr>
              <p:cNvSpPr/>
              <p:nvPr/>
            </p:nvSpPr>
            <p:spPr>
              <a:xfrm>
                <a:off x="2304453"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39" name="Free-form: Shape 38">
                <a:extLst>
                  <a:ext uri="{FF2B5EF4-FFF2-40B4-BE49-F238E27FC236}">
                    <a16:creationId xmlns:a16="http://schemas.microsoft.com/office/drawing/2014/main" id="{7135FE16-04A7-598D-1FAE-A3C31DE84F29}"/>
                  </a:ext>
                </a:extLst>
              </p:cNvPr>
              <p:cNvSpPr/>
              <p:nvPr/>
            </p:nvSpPr>
            <p:spPr>
              <a:xfrm>
                <a:off x="2481310"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40" name="Free-form: Shape 39">
                <a:extLst>
                  <a:ext uri="{FF2B5EF4-FFF2-40B4-BE49-F238E27FC236}">
                    <a16:creationId xmlns:a16="http://schemas.microsoft.com/office/drawing/2014/main" id="{44945B48-F325-BCB8-EDE4-5C0AF7588055}"/>
                  </a:ext>
                </a:extLst>
              </p:cNvPr>
              <p:cNvSpPr/>
              <p:nvPr/>
            </p:nvSpPr>
            <p:spPr>
              <a:xfrm>
                <a:off x="2658025"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41" name="Free-form: Shape 40">
                <a:extLst>
                  <a:ext uri="{FF2B5EF4-FFF2-40B4-BE49-F238E27FC236}">
                    <a16:creationId xmlns:a16="http://schemas.microsoft.com/office/drawing/2014/main" id="{90CFF44B-D7FB-6E60-8B6A-1B82C49C6060}"/>
                  </a:ext>
                </a:extLst>
              </p:cNvPr>
              <p:cNvSpPr/>
              <p:nvPr/>
            </p:nvSpPr>
            <p:spPr>
              <a:xfrm>
                <a:off x="2834882"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42" name="Free-form: Shape 41">
                <a:extLst>
                  <a:ext uri="{FF2B5EF4-FFF2-40B4-BE49-F238E27FC236}">
                    <a16:creationId xmlns:a16="http://schemas.microsoft.com/office/drawing/2014/main" id="{C6E3E7C0-B504-F5C1-1AE2-D10D5E8272CF}"/>
                  </a:ext>
                </a:extLst>
              </p:cNvPr>
              <p:cNvSpPr/>
              <p:nvPr/>
            </p:nvSpPr>
            <p:spPr>
              <a:xfrm>
                <a:off x="2065824" y="4567395"/>
                <a:ext cx="123685" cy="1081640"/>
              </a:xfrm>
              <a:custGeom>
                <a:avLst/>
                <a:gdLst>
                  <a:gd name="connsiteX0" fmla="*/ 0 w 123685"/>
                  <a:gd name="connsiteY0" fmla="*/ 0 h 1081640"/>
                  <a:gd name="connsiteX1" fmla="*/ 123686 w 123685"/>
                  <a:gd name="connsiteY1" fmla="*/ 0 h 1081640"/>
                  <a:gd name="connsiteX2" fmla="*/ 123686 w 123685"/>
                  <a:gd name="connsiteY2" fmla="*/ 1081641 h 1081640"/>
                  <a:gd name="connsiteX3" fmla="*/ 0 w 123685"/>
                  <a:gd name="connsiteY3" fmla="*/ 1081641 h 1081640"/>
                </a:gdLst>
                <a:ahLst/>
                <a:cxnLst>
                  <a:cxn ang="0">
                    <a:pos x="connsiteX0" y="connsiteY0"/>
                  </a:cxn>
                  <a:cxn ang="0">
                    <a:pos x="connsiteX1" y="connsiteY1"/>
                  </a:cxn>
                  <a:cxn ang="0">
                    <a:pos x="connsiteX2" y="connsiteY2"/>
                  </a:cxn>
                  <a:cxn ang="0">
                    <a:pos x="connsiteX3" y="connsiteY3"/>
                  </a:cxn>
                </a:cxnLst>
                <a:rect l="l" t="t" r="r" b="b"/>
                <a:pathLst>
                  <a:path w="123685" h="1081640">
                    <a:moveTo>
                      <a:pt x="0" y="0"/>
                    </a:moveTo>
                    <a:lnTo>
                      <a:pt x="123686" y="0"/>
                    </a:lnTo>
                    <a:lnTo>
                      <a:pt x="123686" y="1081641"/>
                    </a:lnTo>
                    <a:lnTo>
                      <a:pt x="0" y="1081641"/>
                    </a:lnTo>
                    <a:close/>
                  </a:path>
                </a:pathLst>
              </a:custGeom>
              <a:solidFill>
                <a:srgbClr val="277F8E"/>
              </a:solidFill>
              <a:ln w="15330" cap="flat">
                <a:noFill/>
                <a:prstDash val="solid"/>
                <a:miter/>
              </a:ln>
            </p:spPr>
            <p:txBody>
              <a:bodyPr rtlCol="0" anchor="ctr"/>
              <a:lstStyle/>
              <a:p>
                <a:endParaRPr lang="en-GB"/>
              </a:p>
            </p:txBody>
          </p:sp>
          <p:sp>
            <p:nvSpPr>
              <p:cNvPr id="43" name="Free-form: Shape 42">
                <a:extLst>
                  <a:ext uri="{FF2B5EF4-FFF2-40B4-BE49-F238E27FC236}">
                    <a16:creationId xmlns:a16="http://schemas.microsoft.com/office/drawing/2014/main" id="{C40F9EB7-FDB6-9204-3068-1EA3CBBD4B4A}"/>
                  </a:ext>
                </a:extLst>
              </p:cNvPr>
              <p:cNvSpPr/>
              <p:nvPr/>
            </p:nvSpPr>
            <p:spPr>
              <a:xfrm>
                <a:off x="1712252" y="4706559"/>
                <a:ext cx="123685" cy="942476"/>
              </a:xfrm>
              <a:custGeom>
                <a:avLst/>
                <a:gdLst>
                  <a:gd name="connsiteX0" fmla="*/ 0 w 123685"/>
                  <a:gd name="connsiteY0" fmla="*/ 0 h 942476"/>
                  <a:gd name="connsiteX1" fmla="*/ 123686 w 123685"/>
                  <a:gd name="connsiteY1" fmla="*/ 0 h 942476"/>
                  <a:gd name="connsiteX2" fmla="*/ 123686 w 123685"/>
                  <a:gd name="connsiteY2" fmla="*/ 942477 h 942476"/>
                  <a:gd name="connsiteX3" fmla="*/ 0 w 123685"/>
                  <a:gd name="connsiteY3" fmla="*/ 942477 h 942476"/>
                </a:gdLst>
                <a:ahLst/>
                <a:cxnLst>
                  <a:cxn ang="0">
                    <a:pos x="connsiteX0" y="connsiteY0"/>
                  </a:cxn>
                  <a:cxn ang="0">
                    <a:pos x="connsiteX1" y="connsiteY1"/>
                  </a:cxn>
                  <a:cxn ang="0">
                    <a:pos x="connsiteX2" y="connsiteY2"/>
                  </a:cxn>
                  <a:cxn ang="0">
                    <a:pos x="connsiteX3" y="connsiteY3"/>
                  </a:cxn>
                </a:cxnLst>
                <a:rect l="l" t="t" r="r" b="b"/>
                <a:pathLst>
                  <a:path w="123685" h="942476">
                    <a:moveTo>
                      <a:pt x="0" y="0"/>
                    </a:moveTo>
                    <a:lnTo>
                      <a:pt x="123686" y="0"/>
                    </a:lnTo>
                    <a:lnTo>
                      <a:pt x="123686" y="942477"/>
                    </a:lnTo>
                    <a:lnTo>
                      <a:pt x="0" y="942477"/>
                    </a:lnTo>
                    <a:close/>
                  </a:path>
                </a:pathLst>
              </a:custGeom>
              <a:solidFill>
                <a:srgbClr val="46337E"/>
              </a:solidFill>
              <a:ln w="15330" cap="flat">
                <a:noFill/>
                <a:prstDash val="solid"/>
                <a:miter/>
              </a:ln>
            </p:spPr>
            <p:txBody>
              <a:bodyPr rtlCol="0" anchor="ctr"/>
              <a:lstStyle/>
              <a:p>
                <a:endParaRPr lang="en-GB"/>
              </a:p>
            </p:txBody>
          </p:sp>
          <p:sp>
            <p:nvSpPr>
              <p:cNvPr id="44" name="Free-form: Shape 43">
                <a:extLst>
                  <a:ext uri="{FF2B5EF4-FFF2-40B4-BE49-F238E27FC236}">
                    <a16:creationId xmlns:a16="http://schemas.microsoft.com/office/drawing/2014/main" id="{4F983FF2-F0C2-0512-F54B-A882C8C4BA5B}"/>
                  </a:ext>
                </a:extLst>
              </p:cNvPr>
              <p:cNvSpPr/>
              <p:nvPr/>
            </p:nvSpPr>
            <p:spPr>
              <a:xfrm>
                <a:off x="2242682" y="4914088"/>
                <a:ext cx="123685" cy="734948"/>
              </a:xfrm>
              <a:custGeom>
                <a:avLst/>
                <a:gdLst>
                  <a:gd name="connsiteX0" fmla="*/ 0 w 123685"/>
                  <a:gd name="connsiteY0" fmla="*/ 0 h 734948"/>
                  <a:gd name="connsiteX1" fmla="*/ 123686 w 123685"/>
                  <a:gd name="connsiteY1" fmla="*/ 0 h 734948"/>
                  <a:gd name="connsiteX2" fmla="*/ 123686 w 123685"/>
                  <a:gd name="connsiteY2" fmla="*/ 734948 h 734948"/>
                  <a:gd name="connsiteX3" fmla="*/ 0 w 123685"/>
                  <a:gd name="connsiteY3" fmla="*/ 734948 h 734948"/>
                </a:gdLst>
                <a:ahLst/>
                <a:cxnLst>
                  <a:cxn ang="0">
                    <a:pos x="connsiteX0" y="connsiteY0"/>
                  </a:cxn>
                  <a:cxn ang="0">
                    <a:pos x="connsiteX1" y="connsiteY1"/>
                  </a:cxn>
                  <a:cxn ang="0">
                    <a:pos x="connsiteX2" y="connsiteY2"/>
                  </a:cxn>
                  <a:cxn ang="0">
                    <a:pos x="connsiteX3" y="connsiteY3"/>
                  </a:cxn>
                </a:cxnLst>
                <a:rect l="l" t="t" r="r" b="b"/>
                <a:pathLst>
                  <a:path w="123685" h="734948">
                    <a:moveTo>
                      <a:pt x="0" y="0"/>
                    </a:moveTo>
                    <a:lnTo>
                      <a:pt x="123686" y="0"/>
                    </a:lnTo>
                    <a:lnTo>
                      <a:pt x="123686" y="734948"/>
                    </a:lnTo>
                    <a:lnTo>
                      <a:pt x="0" y="734948"/>
                    </a:lnTo>
                    <a:close/>
                  </a:path>
                </a:pathLst>
              </a:custGeom>
              <a:solidFill>
                <a:srgbClr val="1FA187"/>
              </a:solidFill>
              <a:ln w="15330" cap="flat">
                <a:noFill/>
                <a:prstDash val="solid"/>
                <a:miter/>
              </a:ln>
            </p:spPr>
            <p:txBody>
              <a:bodyPr rtlCol="0" anchor="ctr"/>
              <a:lstStyle/>
              <a:p>
                <a:endParaRPr lang="en-GB"/>
              </a:p>
            </p:txBody>
          </p:sp>
          <p:sp>
            <p:nvSpPr>
              <p:cNvPr id="45" name="Free-form: Shape 44">
                <a:extLst>
                  <a:ext uri="{FF2B5EF4-FFF2-40B4-BE49-F238E27FC236}">
                    <a16:creationId xmlns:a16="http://schemas.microsoft.com/office/drawing/2014/main" id="{2738C910-F173-8A3C-AFDE-E3AF1FAC4BE5}"/>
                  </a:ext>
                </a:extLst>
              </p:cNvPr>
              <p:cNvSpPr/>
              <p:nvPr/>
            </p:nvSpPr>
            <p:spPr>
              <a:xfrm>
                <a:off x="2772968" y="5088652"/>
                <a:ext cx="123685" cy="560383"/>
              </a:xfrm>
              <a:custGeom>
                <a:avLst/>
                <a:gdLst>
                  <a:gd name="connsiteX0" fmla="*/ 0 w 123685"/>
                  <a:gd name="connsiteY0" fmla="*/ 0 h 560383"/>
                  <a:gd name="connsiteX1" fmla="*/ 123686 w 123685"/>
                  <a:gd name="connsiteY1" fmla="*/ 0 h 560383"/>
                  <a:gd name="connsiteX2" fmla="*/ 123686 w 123685"/>
                  <a:gd name="connsiteY2" fmla="*/ 560383 h 560383"/>
                  <a:gd name="connsiteX3" fmla="*/ 0 w 123685"/>
                  <a:gd name="connsiteY3" fmla="*/ 560383 h 560383"/>
                </a:gdLst>
                <a:ahLst/>
                <a:cxnLst>
                  <a:cxn ang="0">
                    <a:pos x="connsiteX0" y="connsiteY0"/>
                  </a:cxn>
                  <a:cxn ang="0">
                    <a:pos x="connsiteX1" y="connsiteY1"/>
                  </a:cxn>
                  <a:cxn ang="0">
                    <a:pos x="connsiteX2" y="connsiteY2"/>
                  </a:cxn>
                  <a:cxn ang="0">
                    <a:pos x="connsiteX3" y="connsiteY3"/>
                  </a:cxn>
                </a:cxnLst>
                <a:rect l="l" t="t" r="r" b="b"/>
                <a:pathLst>
                  <a:path w="123685" h="560383">
                    <a:moveTo>
                      <a:pt x="0" y="0"/>
                    </a:moveTo>
                    <a:lnTo>
                      <a:pt x="123686" y="0"/>
                    </a:lnTo>
                    <a:lnTo>
                      <a:pt x="123686" y="560383"/>
                    </a:lnTo>
                    <a:lnTo>
                      <a:pt x="0" y="560383"/>
                    </a:lnTo>
                    <a:close/>
                  </a:path>
                </a:pathLst>
              </a:custGeom>
              <a:solidFill>
                <a:srgbClr val="FDE725"/>
              </a:solidFill>
              <a:ln w="15330" cap="flat">
                <a:noFill/>
                <a:prstDash val="solid"/>
                <a:miter/>
              </a:ln>
            </p:spPr>
            <p:txBody>
              <a:bodyPr rtlCol="0" anchor="ctr"/>
              <a:lstStyle/>
              <a:p>
                <a:endParaRPr lang="en-GB"/>
              </a:p>
            </p:txBody>
          </p:sp>
          <p:sp>
            <p:nvSpPr>
              <p:cNvPr id="46" name="Free-form: Shape 45">
                <a:extLst>
                  <a:ext uri="{FF2B5EF4-FFF2-40B4-BE49-F238E27FC236}">
                    <a16:creationId xmlns:a16="http://schemas.microsoft.com/office/drawing/2014/main" id="{6C2548B7-DC7C-8F9E-3F5A-0B0D2160A4EE}"/>
                  </a:ext>
                </a:extLst>
              </p:cNvPr>
              <p:cNvSpPr/>
              <p:nvPr/>
            </p:nvSpPr>
            <p:spPr>
              <a:xfrm>
                <a:off x="2065824" y="3421117"/>
                <a:ext cx="123685" cy="1146421"/>
              </a:xfrm>
              <a:custGeom>
                <a:avLst/>
                <a:gdLst>
                  <a:gd name="connsiteX0" fmla="*/ 0 w 123685"/>
                  <a:gd name="connsiteY0" fmla="*/ 0 h 1146421"/>
                  <a:gd name="connsiteX1" fmla="*/ 123686 w 123685"/>
                  <a:gd name="connsiteY1" fmla="*/ 0 h 1146421"/>
                  <a:gd name="connsiteX2" fmla="*/ 123686 w 123685"/>
                  <a:gd name="connsiteY2" fmla="*/ 1146422 h 1146421"/>
                  <a:gd name="connsiteX3" fmla="*/ 0 w 123685"/>
                  <a:gd name="connsiteY3" fmla="*/ 1146422 h 1146421"/>
                </a:gdLst>
                <a:ahLst/>
                <a:cxnLst>
                  <a:cxn ang="0">
                    <a:pos x="connsiteX0" y="connsiteY0"/>
                  </a:cxn>
                  <a:cxn ang="0">
                    <a:pos x="connsiteX1" y="connsiteY1"/>
                  </a:cxn>
                  <a:cxn ang="0">
                    <a:pos x="connsiteX2" y="connsiteY2"/>
                  </a:cxn>
                  <a:cxn ang="0">
                    <a:pos x="connsiteX3" y="connsiteY3"/>
                  </a:cxn>
                </a:cxnLst>
                <a:rect l="l" t="t" r="r" b="b"/>
                <a:pathLst>
                  <a:path w="123685" h="1146421">
                    <a:moveTo>
                      <a:pt x="0" y="0"/>
                    </a:moveTo>
                    <a:lnTo>
                      <a:pt x="123686" y="0"/>
                    </a:lnTo>
                    <a:lnTo>
                      <a:pt x="123686" y="1146422"/>
                    </a:lnTo>
                    <a:lnTo>
                      <a:pt x="0" y="1146422"/>
                    </a:lnTo>
                    <a:close/>
                  </a:path>
                </a:pathLst>
              </a:custGeom>
              <a:solidFill>
                <a:srgbClr val="277F8E"/>
              </a:solidFill>
              <a:ln w="15330" cap="flat">
                <a:noFill/>
                <a:prstDash val="solid"/>
                <a:miter/>
              </a:ln>
            </p:spPr>
            <p:txBody>
              <a:bodyPr rtlCol="0" anchor="ctr"/>
              <a:lstStyle/>
              <a:p>
                <a:endParaRPr lang="en-GB"/>
              </a:p>
            </p:txBody>
          </p:sp>
          <p:sp>
            <p:nvSpPr>
              <p:cNvPr id="47" name="Free-form: Shape 46">
                <a:extLst>
                  <a:ext uri="{FF2B5EF4-FFF2-40B4-BE49-F238E27FC236}">
                    <a16:creationId xmlns:a16="http://schemas.microsoft.com/office/drawing/2014/main" id="{0CC5CD5C-D1A8-881B-8345-B736AB87E777}"/>
                  </a:ext>
                </a:extLst>
              </p:cNvPr>
              <p:cNvSpPr/>
              <p:nvPr/>
            </p:nvSpPr>
            <p:spPr>
              <a:xfrm>
                <a:off x="1712252" y="3742012"/>
                <a:ext cx="123685" cy="964547"/>
              </a:xfrm>
              <a:custGeom>
                <a:avLst/>
                <a:gdLst>
                  <a:gd name="connsiteX0" fmla="*/ 0 w 123685"/>
                  <a:gd name="connsiteY0" fmla="*/ 0 h 964547"/>
                  <a:gd name="connsiteX1" fmla="*/ 123686 w 123685"/>
                  <a:gd name="connsiteY1" fmla="*/ 0 h 964547"/>
                  <a:gd name="connsiteX2" fmla="*/ 123686 w 123685"/>
                  <a:gd name="connsiteY2" fmla="*/ 964547 h 964547"/>
                  <a:gd name="connsiteX3" fmla="*/ 0 w 123685"/>
                  <a:gd name="connsiteY3" fmla="*/ 964547 h 964547"/>
                </a:gdLst>
                <a:ahLst/>
                <a:cxnLst>
                  <a:cxn ang="0">
                    <a:pos x="connsiteX0" y="connsiteY0"/>
                  </a:cxn>
                  <a:cxn ang="0">
                    <a:pos x="connsiteX1" y="connsiteY1"/>
                  </a:cxn>
                  <a:cxn ang="0">
                    <a:pos x="connsiteX2" y="connsiteY2"/>
                  </a:cxn>
                  <a:cxn ang="0">
                    <a:pos x="connsiteX3" y="connsiteY3"/>
                  </a:cxn>
                </a:cxnLst>
                <a:rect l="l" t="t" r="r" b="b"/>
                <a:pathLst>
                  <a:path w="123685" h="964547">
                    <a:moveTo>
                      <a:pt x="0" y="0"/>
                    </a:moveTo>
                    <a:lnTo>
                      <a:pt x="123686" y="0"/>
                    </a:lnTo>
                    <a:lnTo>
                      <a:pt x="123686" y="964547"/>
                    </a:lnTo>
                    <a:lnTo>
                      <a:pt x="0" y="964547"/>
                    </a:lnTo>
                    <a:close/>
                  </a:path>
                </a:pathLst>
              </a:custGeom>
              <a:solidFill>
                <a:srgbClr val="46337E"/>
              </a:solidFill>
              <a:ln w="15330" cap="flat">
                <a:noFill/>
                <a:prstDash val="solid"/>
                <a:miter/>
              </a:ln>
            </p:spPr>
            <p:txBody>
              <a:bodyPr rtlCol="0" anchor="ctr"/>
              <a:lstStyle/>
              <a:p>
                <a:endParaRPr lang="en-GB"/>
              </a:p>
            </p:txBody>
          </p:sp>
          <p:sp>
            <p:nvSpPr>
              <p:cNvPr id="48" name="Free-form: Shape 47">
                <a:extLst>
                  <a:ext uri="{FF2B5EF4-FFF2-40B4-BE49-F238E27FC236}">
                    <a16:creationId xmlns:a16="http://schemas.microsoft.com/office/drawing/2014/main" id="{A0271790-67B9-1B19-3A06-353AB3FB5350}"/>
                  </a:ext>
                </a:extLst>
              </p:cNvPr>
              <p:cNvSpPr/>
              <p:nvPr/>
            </p:nvSpPr>
            <p:spPr>
              <a:xfrm>
                <a:off x="2242682" y="4242487"/>
                <a:ext cx="123685" cy="671600"/>
              </a:xfrm>
              <a:custGeom>
                <a:avLst/>
                <a:gdLst>
                  <a:gd name="connsiteX0" fmla="*/ 0 w 123685"/>
                  <a:gd name="connsiteY0" fmla="*/ 0 h 671600"/>
                  <a:gd name="connsiteX1" fmla="*/ 123686 w 123685"/>
                  <a:gd name="connsiteY1" fmla="*/ 0 h 671600"/>
                  <a:gd name="connsiteX2" fmla="*/ 123686 w 123685"/>
                  <a:gd name="connsiteY2" fmla="*/ 671600 h 671600"/>
                  <a:gd name="connsiteX3" fmla="*/ 0 w 123685"/>
                  <a:gd name="connsiteY3" fmla="*/ 671600 h 671600"/>
                </a:gdLst>
                <a:ahLst/>
                <a:cxnLst>
                  <a:cxn ang="0">
                    <a:pos x="connsiteX0" y="connsiteY0"/>
                  </a:cxn>
                  <a:cxn ang="0">
                    <a:pos x="connsiteX1" y="connsiteY1"/>
                  </a:cxn>
                  <a:cxn ang="0">
                    <a:pos x="connsiteX2" y="connsiteY2"/>
                  </a:cxn>
                  <a:cxn ang="0">
                    <a:pos x="connsiteX3" y="connsiteY3"/>
                  </a:cxn>
                </a:cxnLst>
                <a:rect l="l" t="t" r="r" b="b"/>
                <a:pathLst>
                  <a:path w="123685" h="671600">
                    <a:moveTo>
                      <a:pt x="0" y="0"/>
                    </a:moveTo>
                    <a:lnTo>
                      <a:pt x="123686" y="0"/>
                    </a:lnTo>
                    <a:lnTo>
                      <a:pt x="123686" y="671600"/>
                    </a:lnTo>
                    <a:lnTo>
                      <a:pt x="0" y="671600"/>
                    </a:lnTo>
                    <a:close/>
                  </a:path>
                </a:pathLst>
              </a:custGeom>
              <a:solidFill>
                <a:srgbClr val="1FA187"/>
              </a:solidFill>
              <a:ln w="15330" cap="flat">
                <a:noFill/>
                <a:prstDash val="solid"/>
                <a:miter/>
              </a:ln>
            </p:spPr>
            <p:txBody>
              <a:bodyPr rtlCol="0" anchor="ctr"/>
              <a:lstStyle/>
              <a:p>
                <a:endParaRPr lang="en-GB"/>
              </a:p>
            </p:txBody>
          </p:sp>
          <p:sp>
            <p:nvSpPr>
              <p:cNvPr id="49" name="Free-form: Shape 48">
                <a:extLst>
                  <a:ext uri="{FF2B5EF4-FFF2-40B4-BE49-F238E27FC236}">
                    <a16:creationId xmlns:a16="http://schemas.microsoft.com/office/drawing/2014/main" id="{64ED2108-CB42-44CD-B94F-C7AF5FEA8900}"/>
                  </a:ext>
                </a:extLst>
              </p:cNvPr>
              <p:cNvSpPr/>
              <p:nvPr/>
            </p:nvSpPr>
            <p:spPr>
              <a:xfrm>
                <a:off x="2772968" y="4574704"/>
                <a:ext cx="123685" cy="513804"/>
              </a:xfrm>
              <a:custGeom>
                <a:avLst/>
                <a:gdLst>
                  <a:gd name="connsiteX0" fmla="*/ 0 w 123685"/>
                  <a:gd name="connsiteY0" fmla="*/ 0 h 513804"/>
                  <a:gd name="connsiteX1" fmla="*/ 123686 w 123685"/>
                  <a:gd name="connsiteY1" fmla="*/ 0 h 513804"/>
                  <a:gd name="connsiteX2" fmla="*/ 123686 w 123685"/>
                  <a:gd name="connsiteY2" fmla="*/ 513804 h 513804"/>
                  <a:gd name="connsiteX3" fmla="*/ 0 w 123685"/>
                  <a:gd name="connsiteY3" fmla="*/ 513804 h 513804"/>
                </a:gdLst>
                <a:ahLst/>
                <a:cxnLst>
                  <a:cxn ang="0">
                    <a:pos x="connsiteX0" y="connsiteY0"/>
                  </a:cxn>
                  <a:cxn ang="0">
                    <a:pos x="connsiteX1" y="connsiteY1"/>
                  </a:cxn>
                  <a:cxn ang="0">
                    <a:pos x="connsiteX2" y="connsiteY2"/>
                  </a:cxn>
                  <a:cxn ang="0">
                    <a:pos x="connsiteX3" y="connsiteY3"/>
                  </a:cxn>
                </a:cxnLst>
                <a:rect l="l" t="t" r="r" b="b"/>
                <a:pathLst>
                  <a:path w="123685" h="513804">
                    <a:moveTo>
                      <a:pt x="0" y="0"/>
                    </a:moveTo>
                    <a:lnTo>
                      <a:pt x="123686" y="0"/>
                    </a:lnTo>
                    <a:lnTo>
                      <a:pt x="123686" y="513804"/>
                    </a:lnTo>
                    <a:lnTo>
                      <a:pt x="0" y="513804"/>
                    </a:lnTo>
                    <a:close/>
                  </a:path>
                </a:pathLst>
              </a:custGeom>
              <a:solidFill>
                <a:srgbClr val="FDE725"/>
              </a:solidFill>
              <a:ln w="15330" cap="flat">
                <a:noFill/>
                <a:prstDash val="solid"/>
                <a:miter/>
              </a:ln>
            </p:spPr>
            <p:txBody>
              <a:bodyPr rtlCol="0" anchor="ctr"/>
              <a:lstStyle/>
              <a:p>
                <a:endParaRPr lang="en-GB"/>
              </a:p>
            </p:txBody>
          </p:sp>
          <p:sp>
            <p:nvSpPr>
              <p:cNvPr id="50" name="Free-form: Shape 49">
                <a:extLst>
                  <a:ext uri="{FF2B5EF4-FFF2-40B4-BE49-F238E27FC236}">
                    <a16:creationId xmlns:a16="http://schemas.microsoft.com/office/drawing/2014/main" id="{738329E8-88DE-74D0-7520-35462CB4DB9D}"/>
                  </a:ext>
                </a:extLst>
              </p:cNvPr>
              <p:cNvSpPr/>
              <p:nvPr/>
            </p:nvSpPr>
            <p:spPr>
              <a:xfrm>
                <a:off x="2065824" y="2339476"/>
                <a:ext cx="123685" cy="1081640"/>
              </a:xfrm>
              <a:custGeom>
                <a:avLst/>
                <a:gdLst>
                  <a:gd name="connsiteX0" fmla="*/ 0 w 123685"/>
                  <a:gd name="connsiteY0" fmla="*/ 0 h 1081640"/>
                  <a:gd name="connsiteX1" fmla="*/ 123686 w 123685"/>
                  <a:gd name="connsiteY1" fmla="*/ 0 h 1081640"/>
                  <a:gd name="connsiteX2" fmla="*/ 123686 w 123685"/>
                  <a:gd name="connsiteY2" fmla="*/ 1081641 h 1081640"/>
                  <a:gd name="connsiteX3" fmla="*/ 0 w 123685"/>
                  <a:gd name="connsiteY3" fmla="*/ 1081641 h 1081640"/>
                </a:gdLst>
                <a:ahLst/>
                <a:cxnLst>
                  <a:cxn ang="0">
                    <a:pos x="connsiteX0" y="connsiteY0"/>
                  </a:cxn>
                  <a:cxn ang="0">
                    <a:pos x="connsiteX1" y="connsiteY1"/>
                  </a:cxn>
                  <a:cxn ang="0">
                    <a:pos x="connsiteX2" y="connsiteY2"/>
                  </a:cxn>
                  <a:cxn ang="0">
                    <a:pos x="connsiteX3" y="connsiteY3"/>
                  </a:cxn>
                </a:cxnLst>
                <a:rect l="l" t="t" r="r" b="b"/>
                <a:pathLst>
                  <a:path w="123685" h="1081640">
                    <a:moveTo>
                      <a:pt x="0" y="0"/>
                    </a:moveTo>
                    <a:lnTo>
                      <a:pt x="123686" y="0"/>
                    </a:lnTo>
                    <a:lnTo>
                      <a:pt x="123686" y="1081641"/>
                    </a:lnTo>
                    <a:lnTo>
                      <a:pt x="0" y="1081641"/>
                    </a:lnTo>
                    <a:close/>
                  </a:path>
                </a:pathLst>
              </a:custGeom>
              <a:solidFill>
                <a:srgbClr val="277F8E"/>
              </a:solidFill>
              <a:ln w="15330" cap="flat">
                <a:noFill/>
                <a:prstDash val="solid"/>
                <a:miter/>
              </a:ln>
            </p:spPr>
            <p:txBody>
              <a:bodyPr rtlCol="0" anchor="ctr"/>
              <a:lstStyle/>
              <a:p>
                <a:endParaRPr lang="en-GB"/>
              </a:p>
            </p:txBody>
          </p:sp>
          <p:sp>
            <p:nvSpPr>
              <p:cNvPr id="51" name="Free-form: Shape 50">
                <a:extLst>
                  <a:ext uri="{FF2B5EF4-FFF2-40B4-BE49-F238E27FC236}">
                    <a16:creationId xmlns:a16="http://schemas.microsoft.com/office/drawing/2014/main" id="{4AF16BDA-580E-5897-A85F-2A57940D8E91}"/>
                  </a:ext>
                </a:extLst>
              </p:cNvPr>
              <p:cNvSpPr/>
              <p:nvPr/>
            </p:nvSpPr>
            <p:spPr>
              <a:xfrm>
                <a:off x="1712252" y="2799535"/>
                <a:ext cx="123685" cy="942476"/>
              </a:xfrm>
              <a:custGeom>
                <a:avLst/>
                <a:gdLst>
                  <a:gd name="connsiteX0" fmla="*/ 0 w 123685"/>
                  <a:gd name="connsiteY0" fmla="*/ 0 h 942476"/>
                  <a:gd name="connsiteX1" fmla="*/ 123686 w 123685"/>
                  <a:gd name="connsiteY1" fmla="*/ 0 h 942476"/>
                  <a:gd name="connsiteX2" fmla="*/ 123686 w 123685"/>
                  <a:gd name="connsiteY2" fmla="*/ 942476 h 942476"/>
                  <a:gd name="connsiteX3" fmla="*/ 0 w 123685"/>
                  <a:gd name="connsiteY3" fmla="*/ 942476 h 942476"/>
                </a:gdLst>
                <a:ahLst/>
                <a:cxnLst>
                  <a:cxn ang="0">
                    <a:pos x="connsiteX0" y="connsiteY0"/>
                  </a:cxn>
                  <a:cxn ang="0">
                    <a:pos x="connsiteX1" y="connsiteY1"/>
                  </a:cxn>
                  <a:cxn ang="0">
                    <a:pos x="connsiteX2" y="connsiteY2"/>
                  </a:cxn>
                  <a:cxn ang="0">
                    <a:pos x="connsiteX3" y="connsiteY3"/>
                  </a:cxn>
                </a:cxnLst>
                <a:rect l="l" t="t" r="r" b="b"/>
                <a:pathLst>
                  <a:path w="123685" h="942476">
                    <a:moveTo>
                      <a:pt x="0" y="0"/>
                    </a:moveTo>
                    <a:lnTo>
                      <a:pt x="123686" y="0"/>
                    </a:lnTo>
                    <a:lnTo>
                      <a:pt x="123686" y="942476"/>
                    </a:lnTo>
                    <a:lnTo>
                      <a:pt x="0" y="942476"/>
                    </a:lnTo>
                    <a:close/>
                  </a:path>
                </a:pathLst>
              </a:custGeom>
              <a:solidFill>
                <a:srgbClr val="46337E"/>
              </a:solidFill>
              <a:ln w="15330" cap="flat">
                <a:noFill/>
                <a:prstDash val="solid"/>
                <a:miter/>
              </a:ln>
            </p:spPr>
            <p:txBody>
              <a:bodyPr rtlCol="0" anchor="ctr"/>
              <a:lstStyle/>
              <a:p>
                <a:endParaRPr lang="en-GB"/>
              </a:p>
            </p:txBody>
          </p:sp>
          <p:sp>
            <p:nvSpPr>
              <p:cNvPr id="52" name="Free-form: Shape 51">
                <a:extLst>
                  <a:ext uri="{FF2B5EF4-FFF2-40B4-BE49-F238E27FC236}">
                    <a16:creationId xmlns:a16="http://schemas.microsoft.com/office/drawing/2014/main" id="{2C6E580E-2048-BB90-E4B5-342627072C42}"/>
                  </a:ext>
                </a:extLst>
              </p:cNvPr>
              <p:cNvSpPr/>
              <p:nvPr/>
            </p:nvSpPr>
            <p:spPr>
              <a:xfrm>
                <a:off x="2242682" y="3507539"/>
                <a:ext cx="123685" cy="734948"/>
              </a:xfrm>
              <a:custGeom>
                <a:avLst/>
                <a:gdLst>
                  <a:gd name="connsiteX0" fmla="*/ 0 w 123685"/>
                  <a:gd name="connsiteY0" fmla="*/ 0 h 734948"/>
                  <a:gd name="connsiteX1" fmla="*/ 123686 w 123685"/>
                  <a:gd name="connsiteY1" fmla="*/ 0 h 734948"/>
                  <a:gd name="connsiteX2" fmla="*/ 123686 w 123685"/>
                  <a:gd name="connsiteY2" fmla="*/ 734948 h 734948"/>
                  <a:gd name="connsiteX3" fmla="*/ 0 w 123685"/>
                  <a:gd name="connsiteY3" fmla="*/ 734948 h 734948"/>
                </a:gdLst>
                <a:ahLst/>
                <a:cxnLst>
                  <a:cxn ang="0">
                    <a:pos x="connsiteX0" y="connsiteY0"/>
                  </a:cxn>
                  <a:cxn ang="0">
                    <a:pos x="connsiteX1" y="connsiteY1"/>
                  </a:cxn>
                  <a:cxn ang="0">
                    <a:pos x="connsiteX2" y="connsiteY2"/>
                  </a:cxn>
                  <a:cxn ang="0">
                    <a:pos x="connsiteX3" y="connsiteY3"/>
                  </a:cxn>
                </a:cxnLst>
                <a:rect l="l" t="t" r="r" b="b"/>
                <a:pathLst>
                  <a:path w="123685" h="734948">
                    <a:moveTo>
                      <a:pt x="0" y="0"/>
                    </a:moveTo>
                    <a:lnTo>
                      <a:pt x="123686" y="0"/>
                    </a:lnTo>
                    <a:lnTo>
                      <a:pt x="123686" y="734948"/>
                    </a:lnTo>
                    <a:lnTo>
                      <a:pt x="0" y="734948"/>
                    </a:lnTo>
                    <a:close/>
                  </a:path>
                </a:pathLst>
              </a:custGeom>
              <a:solidFill>
                <a:srgbClr val="1FA187"/>
              </a:solidFill>
              <a:ln w="15330" cap="flat">
                <a:noFill/>
                <a:prstDash val="solid"/>
                <a:miter/>
              </a:ln>
            </p:spPr>
            <p:txBody>
              <a:bodyPr rtlCol="0" anchor="ctr"/>
              <a:lstStyle/>
              <a:p>
                <a:endParaRPr lang="en-GB"/>
              </a:p>
            </p:txBody>
          </p:sp>
          <p:sp>
            <p:nvSpPr>
              <p:cNvPr id="53" name="Free-form: Shape 52">
                <a:extLst>
                  <a:ext uri="{FF2B5EF4-FFF2-40B4-BE49-F238E27FC236}">
                    <a16:creationId xmlns:a16="http://schemas.microsoft.com/office/drawing/2014/main" id="{EFBD6A63-9DE7-A0A2-BA12-BD594E3EF0A0}"/>
                  </a:ext>
                </a:extLst>
              </p:cNvPr>
              <p:cNvSpPr/>
              <p:nvPr/>
            </p:nvSpPr>
            <p:spPr>
              <a:xfrm>
                <a:off x="2772968" y="4014321"/>
                <a:ext cx="123685" cy="560383"/>
              </a:xfrm>
              <a:custGeom>
                <a:avLst/>
                <a:gdLst>
                  <a:gd name="connsiteX0" fmla="*/ 0 w 123685"/>
                  <a:gd name="connsiteY0" fmla="*/ 0 h 560383"/>
                  <a:gd name="connsiteX1" fmla="*/ 123686 w 123685"/>
                  <a:gd name="connsiteY1" fmla="*/ 0 h 560383"/>
                  <a:gd name="connsiteX2" fmla="*/ 123686 w 123685"/>
                  <a:gd name="connsiteY2" fmla="*/ 560384 h 560383"/>
                  <a:gd name="connsiteX3" fmla="*/ 0 w 123685"/>
                  <a:gd name="connsiteY3" fmla="*/ 560384 h 560383"/>
                </a:gdLst>
                <a:ahLst/>
                <a:cxnLst>
                  <a:cxn ang="0">
                    <a:pos x="connsiteX0" y="connsiteY0"/>
                  </a:cxn>
                  <a:cxn ang="0">
                    <a:pos x="connsiteX1" y="connsiteY1"/>
                  </a:cxn>
                  <a:cxn ang="0">
                    <a:pos x="connsiteX2" y="connsiteY2"/>
                  </a:cxn>
                  <a:cxn ang="0">
                    <a:pos x="connsiteX3" y="connsiteY3"/>
                  </a:cxn>
                </a:cxnLst>
                <a:rect l="l" t="t" r="r" b="b"/>
                <a:pathLst>
                  <a:path w="123685" h="560383">
                    <a:moveTo>
                      <a:pt x="0" y="0"/>
                    </a:moveTo>
                    <a:lnTo>
                      <a:pt x="123686" y="0"/>
                    </a:lnTo>
                    <a:lnTo>
                      <a:pt x="123686" y="560384"/>
                    </a:lnTo>
                    <a:lnTo>
                      <a:pt x="0" y="560384"/>
                    </a:lnTo>
                    <a:close/>
                  </a:path>
                </a:pathLst>
              </a:custGeom>
              <a:solidFill>
                <a:srgbClr val="FDE725"/>
              </a:solidFill>
              <a:ln w="15330" cap="flat">
                <a:noFill/>
                <a:prstDash val="solid"/>
                <a:miter/>
              </a:ln>
            </p:spPr>
            <p:txBody>
              <a:bodyPr rtlCol="0" anchor="ctr"/>
              <a:lstStyle/>
              <a:p>
                <a:endParaRPr lang="en-GB"/>
              </a:p>
            </p:txBody>
          </p:sp>
          <p:sp>
            <p:nvSpPr>
              <p:cNvPr id="54" name="Free-form: Shape 53">
                <a:extLst>
                  <a:ext uri="{FF2B5EF4-FFF2-40B4-BE49-F238E27FC236}">
                    <a16:creationId xmlns:a16="http://schemas.microsoft.com/office/drawing/2014/main" id="{45BFE217-EE3E-015B-26D4-3DCDD2CB92A8}"/>
                  </a:ext>
                </a:extLst>
              </p:cNvPr>
              <p:cNvSpPr/>
              <p:nvPr/>
            </p:nvSpPr>
            <p:spPr>
              <a:xfrm>
                <a:off x="2065824" y="1193055"/>
                <a:ext cx="123685" cy="1146421"/>
              </a:xfrm>
              <a:custGeom>
                <a:avLst/>
                <a:gdLst>
                  <a:gd name="connsiteX0" fmla="*/ 0 w 123685"/>
                  <a:gd name="connsiteY0" fmla="*/ 0 h 1146421"/>
                  <a:gd name="connsiteX1" fmla="*/ 123686 w 123685"/>
                  <a:gd name="connsiteY1" fmla="*/ 0 h 1146421"/>
                  <a:gd name="connsiteX2" fmla="*/ 123686 w 123685"/>
                  <a:gd name="connsiteY2" fmla="*/ 1146421 h 1146421"/>
                  <a:gd name="connsiteX3" fmla="*/ 0 w 123685"/>
                  <a:gd name="connsiteY3" fmla="*/ 1146421 h 1146421"/>
                </a:gdLst>
                <a:ahLst/>
                <a:cxnLst>
                  <a:cxn ang="0">
                    <a:pos x="connsiteX0" y="connsiteY0"/>
                  </a:cxn>
                  <a:cxn ang="0">
                    <a:pos x="connsiteX1" y="connsiteY1"/>
                  </a:cxn>
                  <a:cxn ang="0">
                    <a:pos x="connsiteX2" y="connsiteY2"/>
                  </a:cxn>
                  <a:cxn ang="0">
                    <a:pos x="connsiteX3" y="connsiteY3"/>
                  </a:cxn>
                </a:cxnLst>
                <a:rect l="l" t="t" r="r" b="b"/>
                <a:pathLst>
                  <a:path w="123685" h="1146421">
                    <a:moveTo>
                      <a:pt x="0" y="0"/>
                    </a:moveTo>
                    <a:lnTo>
                      <a:pt x="123686" y="0"/>
                    </a:lnTo>
                    <a:lnTo>
                      <a:pt x="123686" y="1146421"/>
                    </a:lnTo>
                    <a:lnTo>
                      <a:pt x="0" y="1146421"/>
                    </a:lnTo>
                    <a:close/>
                  </a:path>
                </a:pathLst>
              </a:custGeom>
              <a:solidFill>
                <a:srgbClr val="277F8E"/>
              </a:solidFill>
              <a:ln w="15330" cap="flat">
                <a:noFill/>
                <a:prstDash val="solid"/>
                <a:miter/>
              </a:ln>
            </p:spPr>
            <p:txBody>
              <a:bodyPr rtlCol="0" anchor="ctr"/>
              <a:lstStyle/>
              <a:p>
                <a:endParaRPr lang="en-GB"/>
              </a:p>
            </p:txBody>
          </p:sp>
          <p:sp>
            <p:nvSpPr>
              <p:cNvPr id="55" name="Free-form: Shape 54">
                <a:extLst>
                  <a:ext uri="{FF2B5EF4-FFF2-40B4-BE49-F238E27FC236}">
                    <a16:creationId xmlns:a16="http://schemas.microsoft.com/office/drawing/2014/main" id="{0DE266C3-EBC8-E0B1-174B-0A25C07189A1}"/>
                  </a:ext>
                </a:extLst>
              </p:cNvPr>
              <p:cNvSpPr/>
              <p:nvPr/>
            </p:nvSpPr>
            <p:spPr>
              <a:xfrm>
                <a:off x="1712252" y="1834988"/>
                <a:ext cx="123685" cy="964547"/>
              </a:xfrm>
              <a:custGeom>
                <a:avLst/>
                <a:gdLst>
                  <a:gd name="connsiteX0" fmla="*/ 0 w 123685"/>
                  <a:gd name="connsiteY0" fmla="*/ 0 h 964547"/>
                  <a:gd name="connsiteX1" fmla="*/ 123686 w 123685"/>
                  <a:gd name="connsiteY1" fmla="*/ 0 h 964547"/>
                  <a:gd name="connsiteX2" fmla="*/ 123686 w 123685"/>
                  <a:gd name="connsiteY2" fmla="*/ 964548 h 964547"/>
                  <a:gd name="connsiteX3" fmla="*/ 0 w 123685"/>
                  <a:gd name="connsiteY3" fmla="*/ 964548 h 964547"/>
                </a:gdLst>
                <a:ahLst/>
                <a:cxnLst>
                  <a:cxn ang="0">
                    <a:pos x="connsiteX0" y="connsiteY0"/>
                  </a:cxn>
                  <a:cxn ang="0">
                    <a:pos x="connsiteX1" y="connsiteY1"/>
                  </a:cxn>
                  <a:cxn ang="0">
                    <a:pos x="connsiteX2" y="connsiteY2"/>
                  </a:cxn>
                  <a:cxn ang="0">
                    <a:pos x="connsiteX3" y="connsiteY3"/>
                  </a:cxn>
                </a:cxnLst>
                <a:rect l="l" t="t" r="r" b="b"/>
                <a:pathLst>
                  <a:path w="123685" h="964547">
                    <a:moveTo>
                      <a:pt x="0" y="0"/>
                    </a:moveTo>
                    <a:lnTo>
                      <a:pt x="123686" y="0"/>
                    </a:lnTo>
                    <a:lnTo>
                      <a:pt x="123686" y="964548"/>
                    </a:lnTo>
                    <a:lnTo>
                      <a:pt x="0" y="964548"/>
                    </a:lnTo>
                    <a:close/>
                  </a:path>
                </a:pathLst>
              </a:custGeom>
              <a:solidFill>
                <a:srgbClr val="46337E"/>
              </a:solidFill>
              <a:ln w="15330" cap="flat">
                <a:noFill/>
                <a:prstDash val="solid"/>
                <a:miter/>
              </a:ln>
            </p:spPr>
            <p:txBody>
              <a:bodyPr rtlCol="0" anchor="ctr"/>
              <a:lstStyle/>
              <a:p>
                <a:endParaRPr lang="en-GB"/>
              </a:p>
            </p:txBody>
          </p:sp>
          <p:sp>
            <p:nvSpPr>
              <p:cNvPr id="56" name="Free-form: Shape 55">
                <a:extLst>
                  <a:ext uri="{FF2B5EF4-FFF2-40B4-BE49-F238E27FC236}">
                    <a16:creationId xmlns:a16="http://schemas.microsoft.com/office/drawing/2014/main" id="{E37E10ED-BF8A-39DE-8829-F12AABC1E8D2}"/>
                  </a:ext>
                </a:extLst>
              </p:cNvPr>
              <p:cNvSpPr/>
              <p:nvPr/>
            </p:nvSpPr>
            <p:spPr>
              <a:xfrm>
                <a:off x="2242682" y="2835796"/>
                <a:ext cx="123685" cy="671600"/>
              </a:xfrm>
              <a:custGeom>
                <a:avLst/>
                <a:gdLst>
                  <a:gd name="connsiteX0" fmla="*/ 0 w 123685"/>
                  <a:gd name="connsiteY0" fmla="*/ 0 h 671600"/>
                  <a:gd name="connsiteX1" fmla="*/ 123686 w 123685"/>
                  <a:gd name="connsiteY1" fmla="*/ 0 h 671600"/>
                  <a:gd name="connsiteX2" fmla="*/ 123686 w 123685"/>
                  <a:gd name="connsiteY2" fmla="*/ 671600 h 671600"/>
                  <a:gd name="connsiteX3" fmla="*/ 0 w 123685"/>
                  <a:gd name="connsiteY3" fmla="*/ 671600 h 671600"/>
                </a:gdLst>
                <a:ahLst/>
                <a:cxnLst>
                  <a:cxn ang="0">
                    <a:pos x="connsiteX0" y="connsiteY0"/>
                  </a:cxn>
                  <a:cxn ang="0">
                    <a:pos x="connsiteX1" y="connsiteY1"/>
                  </a:cxn>
                  <a:cxn ang="0">
                    <a:pos x="connsiteX2" y="connsiteY2"/>
                  </a:cxn>
                  <a:cxn ang="0">
                    <a:pos x="connsiteX3" y="connsiteY3"/>
                  </a:cxn>
                </a:cxnLst>
                <a:rect l="l" t="t" r="r" b="b"/>
                <a:pathLst>
                  <a:path w="123685" h="671600">
                    <a:moveTo>
                      <a:pt x="0" y="0"/>
                    </a:moveTo>
                    <a:lnTo>
                      <a:pt x="123686" y="0"/>
                    </a:lnTo>
                    <a:lnTo>
                      <a:pt x="123686" y="671600"/>
                    </a:lnTo>
                    <a:lnTo>
                      <a:pt x="0" y="671600"/>
                    </a:lnTo>
                    <a:close/>
                  </a:path>
                </a:pathLst>
              </a:custGeom>
              <a:solidFill>
                <a:srgbClr val="1FA187"/>
              </a:solidFill>
              <a:ln w="15330" cap="flat">
                <a:noFill/>
                <a:prstDash val="solid"/>
                <a:miter/>
              </a:ln>
            </p:spPr>
            <p:txBody>
              <a:bodyPr rtlCol="0" anchor="ctr"/>
              <a:lstStyle/>
              <a:p>
                <a:endParaRPr lang="en-GB"/>
              </a:p>
            </p:txBody>
          </p:sp>
          <p:sp>
            <p:nvSpPr>
              <p:cNvPr id="57" name="Free-form: Shape 56">
                <a:extLst>
                  <a:ext uri="{FF2B5EF4-FFF2-40B4-BE49-F238E27FC236}">
                    <a16:creationId xmlns:a16="http://schemas.microsoft.com/office/drawing/2014/main" id="{A38F2050-7AF0-DBF3-7877-A4C0BA8C566A}"/>
                  </a:ext>
                </a:extLst>
              </p:cNvPr>
              <p:cNvSpPr/>
              <p:nvPr/>
            </p:nvSpPr>
            <p:spPr>
              <a:xfrm>
                <a:off x="2772968" y="3500516"/>
                <a:ext cx="123685" cy="513804"/>
              </a:xfrm>
              <a:custGeom>
                <a:avLst/>
                <a:gdLst>
                  <a:gd name="connsiteX0" fmla="*/ 0 w 123685"/>
                  <a:gd name="connsiteY0" fmla="*/ 0 h 513804"/>
                  <a:gd name="connsiteX1" fmla="*/ 123686 w 123685"/>
                  <a:gd name="connsiteY1" fmla="*/ 0 h 513804"/>
                  <a:gd name="connsiteX2" fmla="*/ 123686 w 123685"/>
                  <a:gd name="connsiteY2" fmla="*/ 513804 h 513804"/>
                  <a:gd name="connsiteX3" fmla="*/ 0 w 123685"/>
                  <a:gd name="connsiteY3" fmla="*/ 513804 h 513804"/>
                </a:gdLst>
                <a:ahLst/>
                <a:cxnLst>
                  <a:cxn ang="0">
                    <a:pos x="connsiteX0" y="connsiteY0"/>
                  </a:cxn>
                  <a:cxn ang="0">
                    <a:pos x="connsiteX1" y="connsiteY1"/>
                  </a:cxn>
                  <a:cxn ang="0">
                    <a:pos x="connsiteX2" y="connsiteY2"/>
                  </a:cxn>
                  <a:cxn ang="0">
                    <a:pos x="connsiteX3" y="connsiteY3"/>
                  </a:cxn>
                </a:cxnLst>
                <a:rect l="l" t="t" r="r" b="b"/>
                <a:pathLst>
                  <a:path w="123685" h="513804">
                    <a:moveTo>
                      <a:pt x="0" y="0"/>
                    </a:moveTo>
                    <a:lnTo>
                      <a:pt x="123686" y="0"/>
                    </a:lnTo>
                    <a:lnTo>
                      <a:pt x="123686" y="513804"/>
                    </a:lnTo>
                    <a:lnTo>
                      <a:pt x="0" y="513804"/>
                    </a:lnTo>
                    <a:close/>
                  </a:path>
                </a:pathLst>
              </a:custGeom>
              <a:solidFill>
                <a:srgbClr val="FDE725"/>
              </a:solidFill>
              <a:ln w="15330" cap="flat">
                <a:noFill/>
                <a:prstDash val="solid"/>
                <a:miter/>
              </a:ln>
            </p:spPr>
            <p:txBody>
              <a:bodyPr rtlCol="0" anchor="ctr"/>
              <a:lstStyle/>
              <a:p>
                <a:endParaRPr lang="en-GB"/>
              </a:p>
            </p:txBody>
          </p:sp>
        </p:grpSp>
        <p:grpSp>
          <p:nvGrpSpPr>
            <p:cNvPr id="58" name="Graphic 11">
              <a:extLst>
                <a:ext uri="{FF2B5EF4-FFF2-40B4-BE49-F238E27FC236}">
                  <a16:creationId xmlns:a16="http://schemas.microsoft.com/office/drawing/2014/main" id="{130E8900-2040-4F38-C3AE-4A89583F4E6B}"/>
                </a:ext>
              </a:extLst>
            </p:cNvPr>
            <p:cNvGrpSpPr/>
            <p:nvPr/>
          </p:nvGrpSpPr>
          <p:grpSpPr>
            <a:xfrm>
              <a:off x="3147321" y="970335"/>
              <a:ext cx="1449544" cy="4901564"/>
              <a:chOff x="3147321" y="970335"/>
              <a:chExt cx="1449544" cy="4901564"/>
            </a:xfrm>
          </p:grpSpPr>
          <p:sp>
            <p:nvSpPr>
              <p:cNvPr id="59" name="Free-form: Shape 58">
                <a:extLst>
                  <a:ext uri="{FF2B5EF4-FFF2-40B4-BE49-F238E27FC236}">
                    <a16:creationId xmlns:a16="http://schemas.microsoft.com/office/drawing/2014/main" id="{79289518-8CEC-4FBF-41C1-BC8550B7E564}"/>
                  </a:ext>
                </a:extLst>
              </p:cNvPr>
              <p:cNvSpPr/>
              <p:nvPr/>
            </p:nvSpPr>
            <p:spPr>
              <a:xfrm>
                <a:off x="3147321" y="5012119"/>
                <a:ext cx="1449544" cy="14332"/>
              </a:xfrm>
              <a:custGeom>
                <a:avLst/>
                <a:gdLst>
                  <a:gd name="connsiteX0" fmla="*/ 0 w 1449544"/>
                  <a:gd name="connsiteY0" fmla="*/ 0 h 14332"/>
                  <a:gd name="connsiteX1" fmla="*/ 1449545 w 1449544"/>
                  <a:gd name="connsiteY1" fmla="*/ 0 h 14332"/>
                </a:gdLst>
                <a:ahLst/>
                <a:cxnLst>
                  <a:cxn ang="0">
                    <a:pos x="connsiteX0" y="connsiteY0"/>
                  </a:cxn>
                  <a:cxn ang="0">
                    <a:pos x="connsiteX1" y="connsiteY1"/>
                  </a:cxn>
                </a:cxnLst>
                <a:rect l="l" t="t" r="r" b="b"/>
                <a:pathLst>
                  <a:path w="1449544" h="14332">
                    <a:moveTo>
                      <a:pt x="0" y="0"/>
                    </a:moveTo>
                    <a:lnTo>
                      <a:pt x="1449545" y="0"/>
                    </a:lnTo>
                  </a:path>
                </a:pathLst>
              </a:custGeom>
              <a:noFill/>
              <a:ln w="9026" cap="flat">
                <a:solidFill>
                  <a:srgbClr val="EBEBEB"/>
                </a:solidFill>
                <a:prstDash val="solid"/>
                <a:round/>
              </a:ln>
            </p:spPr>
            <p:txBody>
              <a:bodyPr rtlCol="0" anchor="ctr"/>
              <a:lstStyle/>
              <a:p>
                <a:endParaRPr lang="en-GB"/>
              </a:p>
            </p:txBody>
          </p:sp>
          <p:sp>
            <p:nvSpPr>
              <p:cNvPr id="60" name="Free-form: Shape 59">
                <a:extLst>
                  <a:ext uri="{FF2B5EF4-FFF2-40B4-BE49-F238E27FC236}">
                    <a16:creationId xmlns:a16="http://schemas.microsoft.com/office/drawing/2014/main" id="{8A612978-3C7F-E13C-E2BE-A46C8BB73410}"/>
                  </a:ext>
                </a:extLst>
              </p:cNvPr>
              <p:cNvSpPr/>
              <p:nvPr/>
            </p:nvSpPr>
            <p:spPr>
              <a:xfrm>
                <a:off x="3147321" y="3738429"/>
                <a:ext cx="1449544" cy="14332"/>
              </a:xfrm>
              <a:custGeom>
                <a:avLst/>
                <a:gdLst>
                  <a:gd name="connsiteX0" fmla="*/ 0 w 1449544"/>
                  <a:gd name="connsiteY0" fmla="*/ 0 h 14332"/>
                  <a:gd name="connsiteX1" fmla="*/ 1449545 w 1449544"/>
                  <a:gd name="connsiteY1" fmla="*/ 0 h 14332"/>
                </a:gdLst>
                <a:ahLst/>
                <a:cxnLst>
                  <a:cxn ang="0">
                    <a:pos x="connsiteX0" y="connsiteY0"/>
                  </a:cxn>
                  <a:cxn ang="0">
                    <a:pos x="connsiteX1" y="connsiteY1"/>
                  </a:cxn>
                </a:cxnLst>
                <a:rect l="l" t="t" r="r" b="b"/>
                <a:pathLst>
                  <a:path w="1449544" h="14332">
                    <a:moveTo>
                      <a:pt x="0" y="0"/>
                    </a:moveTo>
                    <a:lnTo>
                      <a:pt x="1449545" y="0"/>
                    </a:lnTo>
                  </a:path>
                </a:pathLst>
              </a:custGeom>
              <a:noFill/>
              <a:ln w="9026" cap="flat">
                <a:solidFill>
                  <a:srgbClr val="EBEBEB"/>
                </a:solidFill>
                <a:prstDash val="solid"/>
                <a:round/>
              </a:ln>
            </p:spPr>
            <p:txBody>
              <a:bodyPr rtlCol="0" anchor="ctr"/>
              <a:lstStyle/>
              <a:p>
                <a:endParaRPr lang="en-GB"/>
              </a:p>
            </p:txBody>
          </p:sp>
          <p:sp>
            <p:nvSpPr>
              <p:cNvPr id="61" name="Free-form: Shape 60">
                <a:extLst>
                  <a:ext uri="{FF2B5EF4-FFF2-40B4-BE49-F238E27FC236}">
                    <a16:creationId xmlns:a16="http://schemas.microsoft.com/office/drawing/2014/main" id="{D43F0288-065F-C5AC-CD02-3C617484C86B}"/>
                  </a:ext>
                </a:extLst>
              </p:cNvPr>
              <p:cNvSpPr/>
              <p:nvPr/>
            </p:nvSpPr>
            <p:spPr>
              <a:xfrm>
                <a:off x="3147321" y="2464739"/>
                <a:ext cx="1449544" cy="14332"/>
              </a:xfrm>
              <a:custGeom>
                <a:avLst/>
                <a:gdLst>
                  <a:gd name="connsiteX0" fmla="*/ 0 w 1449544"/>
                  <a:gd name="connsiteY0" fmla="*/ 0 h 14332"/>
                  <a:gd name="connsiteX1" fmla="*/ 1449545 w 1449544"/>
                  <a:gd name="connsiteY1" fmla="*/ 0 h 14332"/>
                </a:gdLst>
                <a:ahLst/>
                <a:cxnLst>
                  <a:cxn ang="0">
                    <a:pos x="connsiteX0" y="connsiteY0"/>
                  </a:cxn>
                  <a:cxn ang="0">
                    <a:pos x="connsiteX1" y="connsiteY1"/>
                  </a:cxn>
                </a:cxnLst>
                <a:rect l="l" t="t" r="r" b="b"/>
                <a:pathLst>
                  <a:path w="1449544" h="14332">
                    <a:moveTo>
                      <a:pt x="0" y="0"/>
                    </a:moveTo>
                    <a:lnTo>
                      <a:pt x="1449545" y="0"/>
                    </a:lnTo>
                  </a:path>
                </a:pathLst>
              </a:custGeom>
              <a:noFill/>
              <a:ln w="9026" cap="flat">
                <a:solidFill>
                  <a:srgbClr val="EBEBEB"/>
                </a:solidFill>
                <a:prstDash val="solid"/>
                <a:round/>
              </a:ln>
            </p:spPr>
            <p:txBody>
              <a:bodyPr rtlCol="0" anchor="ctr"/>
              <a:lstStyle/>
              <a:p>
                <a:endParaRPr lang="en-GB"/>
              </a:p>
            </p:txBody>
          </p:sp>
          <p:sp>
            <p:nvSpPr>
              <p:cNvPr id="62" name="Free-form: Shape 61">
                <a:extLst>
                  <a:ext uri="{FF2B5EF4-FFF2-40B4-BE49-F238E27FC236}">
                    <a16:creationId xmlns:a16="http://schemas.microsoft.com/office/drawing/2014/main" id="{4B2E6DCB-0DC8-53A5-EEFD-101EDB94FF9C}"/>
                  </a:ext>
                </a:extLst>
              </p:cNvPr>
              <p:cNvSpPr/>
              <p:nvPr/>
            </p:nvSpPr>
            <p:spPr>
              <a:xfrm>
                <a:off x="3147321" y="1190905"/>
                <a:ext cx="1449544" cy="14332"/>
              </a:xfrm>
              <a:custGeom>
                <a:avLst/>
                <a:gdLst>
                  <a:gd name="connsiteX0" fmla="*/ 0 w 1449544"/>
                  <a:gd name="connsiteY0" fmla="*/ 0 h 14332"/>
                  <a:gd name="connsiteX1" fmla="*/ 1449545 w 1449544"/>
                  <a:gd name="connsiteY1" fmla="*/ 0 h 14332"/>
                </a:gdLst>
                <a:ahLst/>
                <a:cxnLst>
                  <a:cxn ang="0">
                    <a:pos x="connsiteX0" y="connsiteY0"/>
                  </a:cxn>
                  <a:cxn ang="0">
                    <a:pos x="connsiteX1" y="connsiteY1"/>
                  </a:cxn>
                </a:cxnLst>
                <a:rect l="l" t="t" r="r" b="b"/>
                <a:pathLst>
                  <a:path w="1449544" h="14332">
                    <a:moveTo>
                      <a:pt x="0" y="0"/>
                    </a:moveTo>
                    <a:lnTo>
                      <a:pt x="1449545" y="0"/>
                    </a:lnTo>
                  </a:path>
                </a:pathLst>
              </a:custGeom>
              <a:noFill/>
              <a:ln w="9026" cap="flat">
                <a:solidFill>
                  <a:srgbClr val="EBEBEB"/>
                </a:solidFill>
                <a:prstDash val="solid"/>
                <a:round/>
              </a:ln>
            </p:spPr>
            <p:txBody>
              <a:bodyPr rtlCol="0" anchor="ctr"/>
              <a:lstStyle/>
              <a:p>
                <a:endParaRPr lang="en-GB"/>
              </a:p>
            </p:txBody>
          </p:sp>
          <p:sp>
            <p:nvSpPr>
              <p:cNvPr id="63" name="Free-form: Shape 62">
                <a:extLst>
                  <a:ext uri="{FF2B5EF4-FFF2-40B4-BE49-F238E27FC236}">
                    <a16:creationId xmlns:a16="http://schemas.microsoft.com/office/drawing/2014/main" id="{3E1692CA-B3AC-4202-04A6-64BDCBF90051}"/>
                  </a:ext>
                </a:extLst>
              </p:cNvPr>
              <p:cNvSpPr/>
              <p:nvPr/>
            </p:nvSpPr>
            <p:spPr>
              <a:xfrm>
                <a:off x="3147321" y="5649036"/>
                <a:ext cx="1449544" cy="14332"/>
              </a:xfrm>
              <a:custGeom>
                <a:avLst/>
                <a:gdLst>
                  <a:gd name="connsiteX0" fmla="*/ 0 w 1449544"/>
                  <a:gd name="connsiteY0" fmla="*/ 0 h 14332"/>
                  <a:gd name="connsiteX1" fmla="*/ 1449545 w 1449544"/>
                  <a:gd name="connsiteY1" fmla="*/ 0 h 14332"/>
                </a:gdLst>
                <a:ahLst/>
                <a:cxnLst>
                  <a:cxn ang="0">
                    <a:pos x="connsiteX0" y="connsiteY0"/>
                  </a:cxn>
                  <a:cxn ang="0">
                    <a:pos x="connsiteX1" y="connsiteY1"/>
                  </a:cxn>
                </a:cxnLst>
                <a:rect l="l" t="t" r="r" b="b"/>
                <a:pathLst>
                  <a:path w="1449544" h="14332">
                    <a:moveTo>
                      <a:pt x="0" y="0"/>
                    </a:moveTo>
                    <a:lnTo>
                      <a:pt x="1449545" y="0"/>
                    </a:lnTo>
                  </a:path>
                </a:pathLst>
              </a:custGeom>
              <a:noFill/>
              <a:ln w="18052" cap="flat">
                <a:solidFill>
                  <a:srgbClr val="EBEBEB"/>
                </a:solidFill>
                <a:prstDash val="solid"/>
                <a:round/>
              </a:ln>
            </p:spPr>
            <p:txBody>
              <a:bodyPr rtlCol="0" anchor="ctr"/>
              <a:lstStyle/>
              <a:p>
                <a:endParaRPr lang="en-GB"/>
              </a:p>
            </p:txBody>
          </p:sp>
          <p:sp>
            <p:nvSpPr>
              <p:cNvPr id="64" name="Free-form: Shape 63">
                <a:extLst>
                  <a:ext uri="{FF2B5EF4-FFF2-40B4-BE49-F238E27FC236}">
                    <a16:creationId xmlns:a16="http://schemas.microsoft.com/office/drawing/2014/main" id="{D75937A1-4E4C-90F5-76D1-07FEAEB1AB80}"/>
                  </a:ext>
                </a:extLst>
              </p:cNvPr>
              <p:cNvSpPr/>
              <p:nvPr/>
            </p:nvSpPr>
            <p:spPr>
              <a:xfrm>
                <a:off x="3147321" y="4375345"/>
                <a:ext cx="1449544" cy="14332"/>
              </a:xfrm>
              <a:custGeom>
                <a:avLst/>
                <a:gdLst>
                  <a:gd name="connsiteX0" fmla="*/ 0 w 1449544"/>
                  <a:gd name="connsiteY0" fmla="*/ 0 h 14332"/>
                  <a:gd name="connsiteX1" fmla="*/ 1449545 w 1449544"/>
                  <a:gd name="connsiteY1" fmla="*/ 0 h 14332"/>
                </a:gdLst>
                <a:ahLst/>
                <a:cxnLst>
                  <a:cxn ang="0">
                    <a:pos x="connsiteX0" y="connsiteY0"/>
                  </a:cxn>
                  <a:cxn ang="0">
                    <a:pos x="connsiteX1" y="connsiteY1"/>
                  </a:cxn>
                </a:cxnLst>
                <a:rect l="l" t="t" r="r" b="b"/>
                <a:pathLst>
                  <a:path w="1449544" h="14332">
                    <a:moveTo>
                      <a:pt x="0" y="0"/>
                    </a:moveTo>
                    <a:lnTo>
                      <a:pt x="1449545" y="0"/>
                    </a:lnTo>
                  </a:path>
                </a:pathLst>
              </a:custGeom>
              <a:noFill/>
              <a:ln w="18052" cap="flat">
                <a:solidFill>
                  <a:srgbClr val="EBEBEB"/>
                </a:solidFill>
                <a:prstDash val="solid"/>
                <a:round/>
              </a:ln>
            </p:spPr>
            <p:txBody>
              <a:bodyPr rtlCol="0" anchor="ctr"/>
              <a:lstStyle/>
              <a:p>
                <a:endParaRPr lang="en-GB"/>
              </a:p>
            </p:txBody>
          </p:sp>
          <p:sp>
            <p:nvSpPr>
              <p:cNvPr id="65" name="Free-form: Shape 64">
                <a:extLst>
                  <a:ext uri="{FF2B5EF4-FFF2-40B4-BE49-F238E27FC236}">
                    <a16:creationId xmlns:a16="http://schemas.microsoft.com/office/drawing/2014/main" id="{9C3330BA-49A8-7479-0EAF-0F7B825E174C}"/>
                  </a:ext>
                </a:extLst>
              </p:cNvPr>
              <p:cNvSpPr/>
              <p:nvPr/>
            </p:nvSpPr>
            <p:spPr>
              <a:xfrm>
                <a:off x="3147321" y="3101512"/>
                <a:ext cx="1449544" cy="14332"/>
              </a:xfrm>
              <a:custGeom>
                <a:avLst/>
                <a:gdLst>
                  <a:gd name="connsiteX0" fmla="*/ 0 w 1449544"/>
                  <a:gd name="connsiteY0" fmla="*/ 0 h 14332"/>
                  <a:gd name="connsiteX1" fmla="*/ 1449545 w 1449544"/>
                  <a:gd name="connsiteY1" fmla="*/ 0 h 14332"/>
                </a:gdLst>
                <a:ahLst/>
                <a:cxnLst>
                  <a:cxn ang="0">
                    <a:pos x="connsiteX0" y="connsiteY0"/>
                  </a:cxn>
                  <a:cxn ang="0">
                    <a:pos x="connsiteX1" y="connsiteY1"/>
                  </a:cxn>
                </a:cxnLst>
                <a:rect l="l" t="t" r="r" b="b"/>
                <a:pathLst>
                  <a:path w="1449544" h="14332">
                    <a:moveTo>
                      <a:pt x="0" y="0"/>
                    </a:moveTo>
                    <a:lnTo>
                      <a:pt x="1449545" y="0"/>
                    </a:lnTo>
                  </a:path>
                </a:pathLst>
              </a:custGeom>
              <a:noFill/>
              <a:ln w="18052" cap="flat">
                <a:solidFill>
                  <a:srgbClr val="EBEBEB"/>
                </a:solidFill>
                <a:prstDash val="solid"/>
                <a:round/>
              </a:ln>
            </p:spPr>
            <p:txBody>
              <a:bodyPr rtlCol="0" anchor="ctr"/>
              <a:lstStyle/>
              <a:p>
                <a:endParaRPr lang="en-GB"/>
              </a:p>
            </p:txBody>
          </p:sp>
          <p:sp>
            <p:nvSpPr>
              <p:cNvPr id="66" name="Free-form: Shape 65">
                <a:extLst>
                  <a:ext uri="{FF2B5EF4-FFF2-40B4-BE49-F238E27FC236}">
                    <a16:creationId xmlns:a16="http://schemas.microsoft.com/office/drawing/2014/main" id="{E20392B9-3F15-9915-B768-283CD106D106}"/>
                  </a:ext>
                </a:extLst>
              </p:cNvPr>
              <p:cNvSpPr/>
              <p:nvPr/>
            </p:nvSpPr>
            <p:spPr>
              <a:xfrm>
                <a:off x="3147321" y="1827822"/>
                <a:ext cx="1449544" cy="14332"/>
              </a:xfrm>
              <a:custGeom>
                <a:avLst/>
                <a:gdLst>
                  <a:gd name="connsiteX0" fmla="*/ 0 w 1449544"/>
                  <a:gd name="connsiteY0" fmla="*/ 0 h 14332"/>
                  <a:gd name="connsiteX1" fmla="*/ 1449545 w 1449544"/>
                  <a:gd name="connsiteY1" fmla="*/ 0 h 14332"/>
                </a:gdLst>
                <a:ahLst/>
                <a:cxnLst>
                  <a:cxn ang="0">
                    <a:pos x="connsiteX0" y="connsiteY0"/>
                  </a:cxn>
                  <a:cxn ang="0">
                    <a:pos x="connsiteX1" y="connsiteY1"/>
                  </a:cxn>
                </a:cxnLst>
                <a:rect l="l" t="t" r="r" b="b"/>
                <a:pathLst>
                  <a:path w="1449544" h="14332">
                    <a:moveTo>
                      <a:pt x="0" y="0"/>
                    </a:moveTo>
                    <a:lnTo>
                      <a:pt x="1449545" y="0"/>
                    </a:lnTo>
                  </a:path>
                </a:pathLst>
              </a:custGeom>
              <a:noFill/>
              <a:ln w="18052" cap="flat">
                <a:solidFill>
                  <a:srgbClr val="EBEBEB"/>
                </a:solidFill>
                <a:prstDash val="solid"/>
                <a:round/>
              </a:ln>
            </p:spPr>
            <p:txBody>
              <a:bodyPr rtlCol="0" anchor="ctr"/>
              <a:lstStyle/>
              <a:p>
                <a:endParaRPr lang="en-GB"/>
              </a:p>
            </p:txBody>
          </p:sp>
          <p:sp>
            <p:nvSpPr>
              <p:cNvPr id="67" name="Free-form: Shape 66">
                <a:extLst>
                  <a:ext uri="{FF2B5EF4-FFF2-40B4-BE49-F238E27FC236}">
                    <a16:creationId xmlns:a16="http://schemas.microsoft.com/office/drawing/2014/main" id="{1DA8E9E0-EB88-ABF1-2F7D-8B716F18BEDC}"/>
                  </a:ext>
                </a:extLst>
              </p:cNvPr>
              <p:cNvSpPr/>
              <p:nvPr/>
            </p:nvSpPr>
            <p:spPr>
              <a:xfrm>
                <a:off x="3253379"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68" name="Free-form: Shape 67">
                <a:extLst>
                  <a:ext uri="{FF2B5EF4-FFF2-40B4-BE49-F238E27FC236}">
                    <a16:creationId xmlns:a16="http://schemas.microsoft.com/office/drawing/2014/main" id="{29B560CB-2D8B-07F6-5762-50A429BEA0F7}"/>
                  </a:ext>
                </a:extLst>
              </p:cNvPr>
              <p:cNvSpPr/>
              <p:nvPr/>
            </p:nvSpPr>
            <p:spPr>
              <a:xfrm>
                <a:off x="3430093"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69" name="Free-form: Shape 68">
                <a:extLst>
                  <a:ext uri="{FF2B5EF4-FFF2-40B4-BE49-F238E27FC236}">
                    <a16:creationId xmlns:a16="http://schemas.microsoft.com/office/drawing/2014/main" id="{15985E7B-CB7B-8084-5732-904C6F5BCA99}"/>
                  </a:ext>
                </a:extLst>
              </p:cNvPr>
              <p:cNvSpPr/>
              <p:nvPr/>
            </p:nvSpPr>
            <p:spPr>
              <a:xfrm>
                <a:off x="3606950"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70" name="Free-form: Shape 69">
                <a:extLst>
                  <a:ext uri="{FF2B5EF4-FFF2-40B4-BE49-F238E27FC236}">
                    <a16:creationId xmlns:a16="http://schemas.microsoft.com/office/drawing/2014/main" id="{B4FAE0A5-BB28-3157-2760-D1C178C7D64D}"/>
                  </a:ext>
                </a:extLst>
              </p:cNvPr>
              <p:cNvSpPr/>
              <p:nvPr/>
            </p:nvSpPr>
            <p:spPr>
              <a:xfrm>
                <a:off x="3783665"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71" name="Free-form: Shape 70">
                <a:extLst>
                  <a:ext uri="{FF2B5EF4-FFF2-40B4-BE49-F238E27FC236}">
                    <a16:creationId xmlns:a16="http://schemas.microsoft.com/office/drawing/2014/main" id="{1D30FFB6-FBFA-5B0D-BB57-1F150F4DA908}"/>
                  </a:ext>
                </a:extLst>
              </p:cNvPr>
              <p:cNvSpPr/>
              <p:nvPr/>
            </p:nvSpPr>
            <p:spPr>
              <a:xfrm>
                <a:off x="3960522"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72" name="Free-form: Shape 71">
                <a:extLst>
                  <a:ext uri="{FF2B5EF4-FFF2-40B4-BE49-F238E27FC236}">
                    <a16:creationId xmlns:a16="http://schemas.microsoft.com/office/drawing/2014/main" id="{E059B26C-366D-2569-AA2A-3C84B07D6041}"/>
                  </a:ext>
                </a:extLst>
              </p:cNvPr>
              <p:cNvSpPr/>
              <p:nvPr/>
            </p:nvSpPr>
            <p:spPr>
              <a:xfrm>
                <a:off x="4137237"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73" name="Free-form: Shape 72">
                <a:extLst>
                  <a:ext uri="{FF2B5EF4-FFF2-40B4-BE49-F238E27FC236}">
                    <a16:creationId xmlns:a16="http://schemas.microsoft.com/office/drawing/2014/main" id="{9855B1DC-2776-5871-8EE3-C392BF487A42}"/>
                  </a:ext>
                </a:extLst>
              </p:cNvPr>
              <p:cNvSpPr/>
              <p:nvPr/>
            </p:nvSpPr>
            <p:spPr>
              <a:xfrm>
                <a:off x="4314094"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74" name="Free-form: Shape 73">
                <a:extLst>
                  <a:ext uri="{FF2B5EF4-FFF2-40B4-BE49-F238E27FC236}">
                    <a16:creationId xmlns:a16="http://schemas.microsoft.com/office/drawing/2014/main" id="{56BE81FF-21A5-4806-7E39-9FD23A9F9F7C}"/>
                  </a:ext>
                </a:extLst>
              </p:cNvPr>
              <p:cNvSpPr/>
              <p:nvPr/>
            </p:nvSpPr>
            <p:spPr>
              <a:xfrm>
                <a:off x="4490809"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75" name="Free-form: Shape 74">
                <a:extLst>
                  <a:ext uri="{FF2B5EF4-FFF2-40B4-BE49-F238E27FC236}">
                    <a16:creationId xmlns:a16="http://schemas.microsoft.com/office/drawing/2014/main" id="{532C2B4D-EECF-9793-E9FE-E49CC774474A}"/>
                  </a:ext>
                </a:extLst>
              </p:cNvPr>
              <p:cNvSpPr/>
              <p:nvPr/>
            </p:nvSpPr>
            <p:spPr>
              <a:xfrm>
                <a:off x="3721894" y="4891156"/>
                <a:ext cx="123685" cy="757879"/>
              </a:xfrm>
              <a:custGeom>
                <a:avLst/>
                <a:gdLst>
                  <a:gd name="connsiteX0" fmla="*/ 0 w 123685"/>
                  <a:gd name="connsiteY0" fmla="*/ 0 h 757879"/>
                  <a:gd name="connsiteX1" fmla="*/ 123686 w 123685"/>
                  <a:gd name="connsiteY1" fmla="*/ 0 h 757879"/>
                  <a:gd name="connsiteX2" fmla="*/ 123686 w 123685"/>
                  <a:gd name="connsiteY2" fmla="*/ 757879 h 757879"/>
                  <a:gd name="connsiteX3" fmla="*/ 0 w 123685"/>
                  <a:gd name="connsiteY3" fmla="*/ 757879 h 757879"/>
                </a:gdLst>
                <a:ahLst/>
                <a:cxnLst>
                  <a:cxn ang="0">
                    <a:pos x="connsiteX0" y="connsiteY0"/>
                  </a:cxn>
                  <a:cxn ang="0">
                    <a:pos x="connsiteX1" y="connsiteY1"/>
                  </a:cxn>
                  <a:cxn ang="0">
                    <a:pos x="connsiteX2" y="connsiteY2"/>
                  </a:cxn>
                  <a:cxn ang="0">
                    <a:pos x="connsiteX3" y="connsiteY3"/>
                  </a:cxn>
                </a:cxnLst>
                <a:rect l="l" t="t" r="r" b="b"/>
                <a:pathLst>
                  <a:path w="123685" h="757879">
                    <a:moveTo>
                      <a:pt x="0" y="0"/>
                    </a:moveTo>
                    <a:lnTo>
                      <a:pt x="123686" y="0"/>
                    </a:lnTo>
                    <a:lnTo>
                      <a:pt x="123686" y="757879"/>
                    </a:lnTo>
                    <a:lnTo>
                      <a:pt x="0" y="757879"/>
                    </a:lnTo>
                    <a:close/>
                  </a:path>
                </a:pathLst>
              </a:custGeom>
              <a:solidFill>
                <a:srgbClr val="277F8E"/>
              </a:solidFill>
              <a:ln w="15330" cap="flat">
                <a:noFill/>
                <a:prstDash val="solid"/>
                <a:miter/>
              </a:ln>
            </p:spPr>
            <p:txBody>
              <a:bodyPr rtlCol="0" anchor="ctr"/>
              <a:lstStyle/>
              <a:p>
                <a:endParaRPr lang="en-GB"/>
              </a:p>
            </p:txBody>
          </p:sp>
          <p:sp>
            <p:nvSpPr>
              <p:cNvPr id="76" name="Free-form: Shape 75">
                <a:extLst>
                  <a:ext uri="{FF2B5EF4-FFF2-40B4-BE49-F238E27FC236}">
                    <a16:creationId xmlns:a16="http://schemas.microsoft.com/office/drawing/2014/main" id="{29AFF685-9E9A-455A-359F-A71B516D7840}"/>
                  </a:ext>
                </a:extLst>
              </p:cNvPr>
              <p:cNvSpPr/>
              <p:nvPr/>
            </p:nvSpPr>
            <p:spPr>
              <a:xfrm>
                <a:off x="4428894" y="4948914"/>
                <a:ext cx="123685" cy="700121"/>
              </a:xfrm>
              <a:custGeom>
                <a:avLst/>
                <a:gdLst>
                  <a:gd name="connsiteX0" fmla="*/ 0 w 123685"/>
                  <a:gd name="connsiteY0" fmla="*/ 0 h 700121"/>
                  <a:gd name="connsiteX1" fmla="*/ 123686 w 123685"/>
                  <a:gd name="connsiteY1" fmla="*/ 0 h 700121"/>
                  <a:gd name="connsiteX2" fmla="*/ 123686 w 123685"/>
                  <a:gd name="connsiteY2" fmla="*/ 700121 h 700121"/>
                  <a:gd name="connsiteX3" fmla="*/ 0 w 123685"/>
                  <a:gd name="connsiteY3" fmla="*/ 700121 h 700121"/>
                </a:gdLst>
                <a:ahLst/>
                <a:cxnLst>
                  <a:cxn ang="0">
                    <a:pos x="connsiteX0" y="connsiteY0"/>
                  </a:cxn>
                  <a:cxn ang="0">
                    <a:pos x="connsiteX1" y="connsiteY1"/>
                  </a:cxn>
                  <a:cxn ang="0">
                    <a:pos x="connsiteX2" y="connsiteY2"/>
                  </a:cxn>
                  <a:cxn ang="0">
                    <a:pos x="connsiteX3" y="connsiteY3"/>
                  </a:cxn>
                </a:cxnLst>
                <a:rect l="l" t="t" r="r" b="b"/>
                <a:pathLst>
                  <a:path w="123685" h="700121">
                    <a:moveTo>
                      <a:pt x="0" y="0"/>
                    </a:moveTo>
                    <a:lnTo>
                      <a:pt x="123686" y="0"/>
                    </a:lnTo>
                    <a:lnTo>
                      <a:pt x="123686" y="700121"/>
                    </a:lnTo>
                    <a:lnTo>
                      <a:pt x="0" y="700121"/>
                    </a:lnTo>
                    <a:close/>
                  </a:path>
                </a:pathLst>
              </a:custGeom>
              <a:solidFill>
                <a:srgbClr val="FDE725"/>
              </a:solidFill>
              <a:ln w="15330" cap="flat">
                <a:noFill/>
                <a:prstDash val="solid"/>
                <a:miter/>
              </a:ln>
            </p:spPr>
            <p:txBody>
              <a:bodyPr rtlCol="0" anchor="ctr"/>
              <a:lstStyle/>
              <a:p>
                <a:endParaRPr lang="en-GB"/>
              </a:p>
            </p:txBody>
          </p:sp>
          <p:sp>
            <p:nvSpPr>
              <p:cNvPr id="77" name="Free-form: Shape 76">
                <a:extLst>
                  <a:ext uri="{FF2B5EF4-FFF2-40B4-BE49-F238E27FC236}">
                    <a16:creationId xmlns:a16="http://schemas.microsoft.com/office/drawing/2014/main" id="{846B6D5B-5BA9-EC08-9377-62B8FD3124D9}"/>
                  </a:ext>
                </a:extLst>
              </p:cNvPr>
              <p:cNvSpPr/>
              <p:nvPr/>
            </p:nvSpPr>
            <p:spPr>
              <a:xfrm>
                <a:off x="3545036" y="4964393"/>
                <a:ext cx="123685" cy="684642"/>
              </a:xfrm>
              <a:custGeom>
                <a:avLst/>
                <a:gdLst>
                  <a:gd name="connsiteX0" fmla="*/ 0 w 123685"/>
                  <a:gd name="connsiteY0" fmla="*/ 0 h 684642"/>
                  <a:gd name="connsiteX1" fmla="*/ 123686 w 123685"/>
                  <a:gd name="connsiteY1" fmla="*/ 0 h 684642"/>
                  <a:gd name="connsiteX2" fmla="*/ 123686 w 123685"/>
                  <a:gd name="connsiteY2" fmla="*/ 684642 h 684642"/>
                  <a:gd name="connsiteX3" fmla="*/ 0 w 123685"/>
                  <a:gd name="connsiteY3" fmla="*/ 684642 h 684642"/>
                </a:gdLst>
                <a:ahLst/>
                <a:cxnLst>
                  <a:cxn ang="0">
                    <a:pos x="connsiteX0" y="connsiteY0"/>
                  </a:cxn>
                  <a:cxn ang="0">
                    <a:pos x="connsiteX1" y="connsiteY1"/>
                  </a:cxn>
                  <a:cxn ang="0">
                    <a:pos x="connsiteX2" y="connsiteY2"/>
                  </a:cxn>
                  <a:cxn ang="0">
                    <a:pos x="connsiteX3" y="connsiteY3"/>
                  </a:cxn>
                </a:cxnLst>
                <a:rect l="l" t="t" r="r" b="b"/>
                <a:pathLst>
                  <a:path w="123685" h="684642">
                    <a:moveTo>
                      <a:pt x="0" y="0"/>
                    </a:moveTo>
                    <a:lnTo>
                      <a:pt x="123686" y="0"/>
                    </a:lnTo>
                    <a:lnTo>
                      <a:pt x="123686" y="684642"/>
                    </a:lnTo>
                    <a:lnTo>
                      <a:pt x="0" y="684642"/>
                    </a:lnTo>
                    <a:close/>
                  </a:path>
                </a:pathLst>
              </a:custGeom>
              <a:solidFill>
                <a:srgbClr val="365C8D"/>
              </a:solidFill>
              <a:ln w="15330" cap="flat">
                <a:noFill/>
                <a:prstDash val="solid"/>
                <a:miter/>
              </a:ln>
            </p:spPr>
            <p:txBody>
              <a:bodyPr rtlCol="0" anchor="ctr"/>
              <a:lstStyle/>
              <a:p>
                <a:endParaRPr lang="en-GB"/>
              </a:p>
            </p:txBody>
          </p:sp>
          <p:sp>
            <p:nvSpPr>
              <p:cNvPr id="78" name="Free-form: Shape 77">
                <a:extLst>
                  <a:ext uri="{FF2B5EF4-FFF2-40B4-BE49-F238E27FC236}">
                    <a16:creationId xmlns:a16="http://schemas.microsoft.com/office/drawing/2014/main" id="{82A46BAF-D0C0-610F-C459-80388EA7A2F1}"/>
                  </a:ext>
                </a:extLst>
              </p:cNvPr>
              <p:cNvSpPr/>
              <p:nvPr/>
            </p:nvSpPr>
            <p:spPr>
              <a:xfrm>
                <a:off x="3191464" y="5047376"/>
                <a:ext cx="123685" cy="601659"/>
              </a:xfrm>
              <a:custGeom>
                <a:avLst/>
                <a:gdLst>
                  <a:gd name="connsiteX0" fmla="*/ 0 w 123685"/>
                  <a:gd name="connsiteY0" fmla="*/ 0 h 601659"/>
                  <a:gd name="connsiteX1" fmla="*/ 123686 w 123685"/>
                  <a:gd name="connsiteY1" fmla="*/ 0 h 601659"/>
                  <a:gd name="connsiteX2" fmla="*/ 123686 w 123685"/>
                  <a:gd name="connsiteY2" fmla="*/ 601660 h 601659"/>
                  <a:gd name="connsiteX3" fmla="*/ 0 w 123685"/>
                  <a:gd name="connsiteY3" fmla="*/ 601660 h 601659"/>
                </a:gdLst>
                <a:ahLst/>
                <a:cxnLst>
                  <a:cxn ang="0">
                    <a:pos x="connsiteX0" y="connsiteY0"/>
                  </a:cxn>
                  <a:cxn ang="0">
                    <a:pos x="connsiteX1" y="connsiteY1"/>
                  </a:cxn>
                  <a:cxn ang="0">
                    <a:pos x="connsiteX2" y="connsiteY2"/>
                  </a:cxn>
                  <a:cxn ang="0">
                    <a:pos x="connsiteX3" y="connsiteY3"/>
                  </a:cxn>
                </a:cxnLst>
                <a:rect l="l" t="t" r="r" b="b"/>
                <a:pathLst>
                  <a:path w="123685" h="601659">
                    <a:moveTo>
                      <a:pt x="0" y="0"/>
                    </a:moveTo>
                    <a:lnTo>
                      <a:pt x="123686" y="0"/>
                    </a:lnTo>
                    <a:lnTo>
                      <a:pt x="123686" y="601660"/>
                    </a:lnTo>
                    <a:lnTo>
                      <a:pt x="0" y="601660"/>
                    </a:lnTo>
                    <a:close/>
                  </a:path>
                </a:pathLst>
              </a:custGeom>
              <a:solidFill>
                <a:srgbClr val="440154"/>
              </a:solidFill>
              <a:ln w="15330" cap="flat">
                <a:noFill/>
                <a:prstDash val="solid"/>
                <a:miter/>
              </a:ln>
            </p:spPr>
            <p:txBody>
              <a:bodyPr rtlCol="0" anchor="ctr"/>
              <a:lstStyle/>
              <a:p>
                <a:endParaRPr lang="en-GB"/>
              </a:p>
            </p:txBody>
          </p:sp>
          <p:sp>
            <p:nvSpPr>
              <p:cNvPr id="79" name="Free-form: Shape 78">
                <a:extLst>
                  <a:ext uri="{FF2B5EF4-FFF2-40B4-BE49-F238E27FC236}">
                    <a16:creationId xmlns:a16="http://schemas.microsoft.com/office/drawing/2014/main" id="{1601A822-BA16-4FBB-CEB4-839FADB7C882}"/>
                  </a:ext>
                </a:extLst>
              </p:cNvPr>
              <p:cNvSpPr/>
              <p:nvPr/>
            </p:nvSpPr>
            <p:spPr>
              <a:xfrm>
                <a:off x="3721894" y="4133277"/>
                <a:ext cx="123685" cy="757879"/>
              </a:xfrm>
              <a:custGeom>
                <a:avLst/>
                <a:gdLst>
                  <a:gd name="connsiteX0" fmla="*/ 0 w 123685"/>
                  <a:gd name="connsiteY0" fmla="*/ 0 h 757879"/>
                  <a:gd name="connsiteX1" fmla="*/ 123686 w 123685"/>
                  <a:gd name="connsiteY1" fmla="*/ 0 h 757879"/>
                  <a:gd name="connsiteX2" fmla="*/ 123686 w 123685"/>
                  <a:gd name="connsiteY2" fmla="*/ 757880 h 757879"/>
                  <a:gd name="connsiteX3" fmla="*/ 0 w 123685"/>
                  <a:gd name="connsiteY3" fmla="*/ 757880 h 757879"/>
                </a:gdLst>
                <a:ahLst/>
                <a:cxnLst>
                  <a:cxn ang="0">
                    <a:pos x="connsiteX0" y="connsiteY0"/>
                  </a:cxn>
                  <a:cxn ang="0">
                    <a:pos x="connsiteX1" y="connsiteY1"/>
                  </a:cxn>
                  <a:cxn ang="0">
                    <a:pos x="connsiteX2" y="connsiteY2"/>
                  </a:cxn>
                  <a:cxn ang="0">
                    <a:pos x="connsiteX3" y="connsiteY3"/>
                  </a:cxn>
                </a:cxnLst>
                <a:rect l="l" t="t" r="r" b="b"/>
                <a:pathLst>
                  <a:path w="123685" h="757879">
                    <a:moveTo>
                      <a:pt x="0" y="0"/>
                    </a:moveTo>
                    <a:lnTo>
                      <a:pt x="123686" y="0"/>
                    </a:lnTo>
                    <a:lnTo>
                      <a:pt x="123686" y="757880"/>
                    </a:lnTo>
                    <a:lnTo>
                      <a:pt x="0" y="757880"/>
                    </a:lnTo>
                    <a:close/>
                  </a:path>
                </a:pathLst>
              </a:custGeom>
              <a:solidFill>
                <a:srgbClr val="277F8E"/>
              </a:solidFill>
              <a:ln w="15330" cap="flat">
                <a:noFill/>
                <a:prstDash val="solid"/>
                <a:miter/>
              </a:ln>
            </p:spPr>
            <p:txBody>
              <a:bodyPr rtlCol="0" anchor="ctr"/>
              <a:lstStyle/>
              <a:p>
                <a:endParaRPr lang="en-GB"/>
              </a:p>
            </p:txBody>
          </p:sp>
          <p:sp>
            <p:nvSpPr>
              <p:cNvPr id="80" name="Free-form: Shape 79">
                <a:extLst>
                  <a:ext uri="{FF2B5EF4-FFF2-40B4-BE49-F238E27FC236}">
                    <a16:creationId xmlns:a16="http://schemas.microsoft.com/office/drawing/2014/main" id="{3FF91C90-48DB-CA4D-09B4-C6894C720D6E}"/>
                  </a:ext>
                </a:extLst>
              </p:cNvPr>
              <p:cNvSpPr/>
              <p:nvPr/>
            </p:nvSpPr>
            <p:spPr>
              <a:xfrm>
                <a:off x="4428894" y="4248793"/>
                <a:ext cx="123685" cy="700121"/>
              </a:xfrm>
              <a:custGeom>
                <a:avLst/>
                <a:gdLst>
                  <a:gd name="connsiteX0" fmla="*/ 0 w 123685"/>
                  <a:gd name="connsiteY0" fmla="*/ 0 h 700121"/>
                  <a:gd name="connsiteX1" fmla="*/ 123686 w 123685"/>
                  <a:gd name="connsiteY1" fmla="*/ 0 h 700121"/>
                  <a:gd name="connsiteX2" fmla="*/ 123686 w 123685"/>
                  <a:gd name="connsiteY2" fmla="*/ 700121 h 700121"/>
                  <a:gd name="connsiteX3" fmla="*/ 0 w 123685"/>
                  <a:gd name="connsiteY3" fmla="*/ 700121 h 700121"/>
                </a:gdLst>
                <a:ahLst/>
                <a:cxnLst>
                  <a:cxn ang="0">
                    <a:pos x="connsiteX0" y="connsiteY0"/>
                  </a:cxn>
                  <a:cxn ang="0">
                    <a:pos x="connsiteX1" y="connsiteY1"/>
                  </a:cxn>
                  <a:cxn ang="0">
                    <a:pos x="connsiteX2" y="connsiteY2"/>
                  </a:cxn>
                  <a:cxn ang="0">
                    <a:pos x="connsiteX3" y="connsiteY3"/>
                  </a:cxn>
                </a:cxnLst>
                <a:rect l="l" t="t" r="r" b="b"/>
                <a:pathLst>
                  <a:path w="123685" h="700121">
                    <a:moveTo>
                      <a:pt x="0" y="0"/>
                    </a:moveTo>
                    <a:lnTo>
                      <a:pt x="123686" y="0"/>
                    </a:lnTo>
                    <a:lnTo>
                      <a:pt x="123686" y="700121"/>
                    </a:lnTo>
                    <a:lnTo>
                      <a:pt x="0" y="700121"/>
                    </a:lnTo>
                    <a:close/>
                  </a:path>
                </a:pathLst>
              </a:custGeom>
              <a:solidFill>
                <a:srgbClr val="FDE725"/>
              </a:solidFill>
              <a:ln w="15330" cap="flat">
                <a:noFill/>
                <a:prstDash val="solid"/>
                <a:miter/>
              </a:ln>
            </p:spPr>
            <p:txBody>
              <a:bodyPr rtlCol="0" anchor="ctr"/>
              <a:lstStyle/>
              <a:p>
                <a:endParaRPr lang="en-GB"/>
              </a:p>
            </p:txBody>
          </p:sp>
          <p:sp>
            <p:nvSpPr>
              <p:cNvPr id="81" name="Free-form: Shape 80">
                <a:extLst>
                  <a:ext uri="{FF2B5EF4-FFF2-40B4-BE49-F238E27FC236}">
                    <a16:creationId xmlns:a16="http://schemas.microsoft.com/office/drawing/2014/main" id="{40B8826D-08A5-183B-E619-632CF4C9AB88}"/>
                  </a:ext>
                </a:extLst>
              </p:cNvPr>
              <p:cNvSpPr/>
              <p:nvPr/>
            </p:nvSpPr>
            <p:spPr>
              <a:xfrm>
                <a:off x="3545036" y="4279751"/>
                <a:ext cx="123685" cy="684642"/>
              </a:xfrm>
              <a:custGeom>
                <a:avLst/>
                <a:gdLst>
                  <a:gd name="connsiteX0" fmla="*/ 0 w 123685"/>
                  <a:gd name="connsiteY0" fmla="*/ 0 h 684642"/>
                  <a:gd name="connsiteX1" fmla="*/ 123686 w 123685"/>
                  <a:gd name="connsiteY1" fmla="*/ 0 h 684642"/>
                  <a:gd name="connsiteX2" fmla="*/ 123686 w 123685"/>
                  <a:gd name="connsiteY2" fmla="*/ 684642 h 684642"/>
                  <a:gd name="connsiteX3" fmla="*/ 0 w 123685"/>
                  <a:gd name="connsiteY3" fmla="*/ 684642 h 684642"/>
                </a:gdLst>
                <a:ahLst/>
                <a:cxnLst>
                  <a:cxn ang="0">
                    <a:pos x="connsiteX0" y="connsiteY0"/>
                  </a:cxn>
                  <a:cxn ang="0">
                    <a:pos x="connsiteX1" y="connsiteY1"/>
                  </a:cxn>
                  <a:cxn ang="0">
                    <a:pos x="connsiteX2" y="connsiteY2"/>
                  </a:cxn>
                  <a:cxn ang="0">
                    <a:pos x="connsiteX3" y="connsiteY3"/>
                  </a:cxn>
                </a:cxnLst>
                <a:rect l="l" t="t" r="r" b="b"/>
                <a:pathLst>
                  <a:path w="123685" h="684642">
                    <a:moveTo>
                      <a:pt x="0" y="0"/>
                    </a:moveTo>
                    <a:lnTo>
                      <a:pt x="123686" y="0"/>
                    </a:lnTo>
                    <a:lnTo>
                      <a:pt x="123686" y="684642"/>
                    </a:lnTo>
                    <a:lnTo>
                      <a:pt x="0" y="684642"/>
                    </a:lnTo>
                    <a:close/>
                  </a:path>
                </a:pathLst>
              </a:custGeom>
              <a:solidFill>
                <a:srgbClr val="365C8D"/>
              </a:solidFill>
              <a:ln w="15330" cap="flat">
                <a:noFill/>
                <a:prstDash val="solid"/>
                <a:miter/>
              </a:ln>
            </p:spPr>
            <p:txBody>
              <a:bodyPr rtlCol="0" anchor="ctr"/>
              <a:lstStyle/>
              <a:p>
                <a:endParaRPr lang="en-GB"/>
              </a:p>
            </p:txBody>
          </p:sp>
          <p:sp>
            <p:nvSpPr>
              <p:cNvPr id="82" name="Free-form: Shape 81">
                <a:extLst>
                  <a:ext uri="{FF2B5EF4-FFF2-40B4-BE49-F238E27FC236}">
                    <a16:creationId xmlns:a16="http://schemas.microsoft.com/office/drawing/2014/main" id="{131399BB-7936-E829-E7A9-8239A0957388}"/>
                  </a:ext>
                </a:extLst>
              </p:cNvPr>
              <p:cNvSpPr/>
              <p:nvPr/>
            </p:nvSpPr>
            <p:spPr>
              <a:xfrm>
                <a:off x="3191464" y="4445716"/>
                <a:ext cx="123685" cy="601659"/>
              </a:xfrm>
              <a:custGeom>
                <a:avLst/>
                <a:gdLst>
                  <a:gd name="connsiteX0" fmla="*/ 0 w 123685"/>
                  <a:gd name="connsiteY0" fmla="*/ 0 h 601659"/>
                  <a:gd name="connsiteX1" fmla="*/ 123686 w 123685"/>
                  <a:gd name="connsiteY1" fmla="*/ 0 h 601659"/>
                  <a:gd name="connsiteX2" fmla="*/ 123686 w 123685"/>
                  <a:gd name="connsiteY2" fmla="*/ 601660 h 601659"/>
                  <a:gd name="connsiteX3" fmla="*/ 0 w 123685"/>
                  <a:gd name="connsiteY3" fmla="*/ 601660 h 601659"/>
                </a:gdLst>
                <a:ahLst/>
                <a:cxnLst>
                  <a:cxn ang="0">
                    <a:pos x="connsiteX0" y="connsiteY0"/>
                  </a:cxn>
                  <a:cxn ang="0">
                    <a:pos x="connsiteX1" y="connsiteY1"/>
                  </a:cxn>
                  <a:cxn ang="0">
                    <a:pos x="connsiteX2" y="connsiteY2"/>
                  </a:cxn>
                  <a:cxn ang="0">
                    <a:pos x="connsiteX3" y="connsiteY3"/>
                  </a:cxn>
                </a:cxnLst>
                <a:rect l="l" t="t" r="r" b="b"/>
                <a:pathLst>
                  <a:path w="123685" h="601659">
                    <a:moveTo>
                      <a:pt x="0" y="0"/>
                    </a:moveTo>
                    <a:lnTo>
                      <a:pt x="123686" y="0"/>
                    </a:lnTo>
                    <a:lnTo>
                      <a:pt x="123686" y="601660"/>
                    </a:lnTo>
                    <a:lnTo>
                      <a:pt x="0" y="601660"/>
                    </a:lnTo>
                    <a:close/>
                  </a:path>
                </a:pathLst>
              </a:custGeom>
              <a:solidFill>
                <a:srgbClr val="440154"/>
              </a:solidFill>
              <a:ln w="15330" cap="flat">
                <a:noFill/>
                <a:prstDash val="solid"/>
                <a:miter/>
              </a:ln>
            </p:spPr>
            <p:txBody>
              <a:bodyPr rtlCol="0" anchor="ctr"/>
              <a:lstStyle/>
              <a:p>
                <a:endParaRPr lang="en-GB"/>
              </a:p>
            </p:txBody>
          </p:sp>
        </p:grpSp>
        <p:grpSp>
          <p:nvGrpSpPr>
            <p:cNvPr id="83" name="Graphic 11">
              <a:extLst>
                <a:ext uri="{FF2B5EF4-FFF2-40B4-BE49-F238E27FC236}">
                  <a16:creationId xmlns:a16="http://schemas.microsoft.com/office/drawing/2014/main" id="{33C699AF-3D2D-A20B-F4CA-0A8009848BD8}"/>
                </a:ext>
              </a:extLst>
            </p:cNvPr>
            <p:cNvGrpSpPr/>
            <p:nvPr/>
          </p:nvGrpSpPr>
          <p:grpSpPr>
            <a:xfrm>
              <a:off x="4803247" y="970335"/>
              <a:ext cx="1449688" cy="4901564"/>
              <a:chOff x="4803247" y="970335"/>
              <a:chExt cx="1449688" cy="4901564"/>
            </a:xfrm>
          </p:grpSpPr>
          <p:sp>
            <p:nvSpPr>
              <p:cNvPr id="84" name="Free-form: Shape 83">
                <a:extLst>
                  <a:ext uri="{FF2B5EF4-FFF2-40B4-BE49-F238E27FC236}">
                    <a16:creationId xmlns:a16="http://schemas.microsoft.com/office/drawing/2014/main" id="{76AEFDB6-0795-CDBC-B7C0-B8CE573446B8}"/>
                  </a:ext>
                </a:extLst>
              </p:cNvPr>
              <p:cNvSpPr/>
              <p:nvPr/>
            </p:nvSpPr>
            <p:spPr>
              <a:xfrm>
                <a:off x="4803247" y="5012119"/>
                <a:ext cx="1449688" cy="14332"/>
              </a:xfrm>
              <a:custGeom>
                <a:avLst/>
                <a:gdLst>
                  <a:gd name="connsiteX0" fmla="*/ 0 w 1449688"/>
                  <a:gd name="connsiteY0" fmla="*/ 0 h 14332"/>
                  <a:gd name="connsiteX1" fmla="*/ 1449688 w 1449688"/>
                  <a:gd name="connsiteY1" fmla="*/ 0 h 14332"/>
                </a:gdLst>
                <a:ahLst/>
                <a:cxnLst>
                  <a:cxn ang="0">
                    <a:pos x="connsiteX0" y="connsiteY0"/>
                  </a:cxn>
                  <a:cxn ang="0">
                    <a:pos x="connsiteX1" y="connsiteY1"/>
                  </a:cxn>
                </a:cxnLst>
                <a:rect l="l" t="t" r="r" b="b"/>
                <a:pathLst>
                  <a:path w="1449688" h="14332">
                    <a:moveTo>
                      <a:pt x="0" y="0"/>
                    </a:moveTo>
                    <a:lnTo>
                      <a:pt x="1449688" y="0"/>
                    </a:lnTo>
                  </a:path>
                </a:pathLst>
              </a:custGeom>
              <a:noFill/>
              <a:ln w="9026" cap="flat">
                <a:solidFill>
                  <a:srgbClr val="EBEBEB"/>
                </a:solidFill>
                <a:prstDash val="solid"/>
                <a:round/>
              </a:ln>
            </p:spPr>
            <p:txBody>
              <a:bodyPr rtlCol="0" anchor="ctr"/>
              <a:lstStyle/>
              <a:p>
                <a:endParaRPr lang="en-GB"/>
              </a:p>
            </p:txBody>
          </p:sp>
          <p:sp>
            <p:nvSpPr>
              <p:cNvPr id="85" name="Free-form: Shape 84">
                <a:extLst>
                  <a:ext uri="{FF2B5EF4-FFF2-40B4-BE49-F238E27FC236}">
                    <a16:creationId xmlns:a16="http://schemas.microsoft.com/office/drawing/2014/main" id="{9DA79EA9-D5F7-BF0F-FD7B-A2F2512EC649}"/>
                  </a:ext>
                </a:extLst>
              </p:cNvPr>
              <p:cNvSpPr/>
              <p:nvPr/>
            </p:nvSpPr>
            <p:spPr>
              <a:xfrm>
                <a:off x="4803247" y="3738429"/>
                <a:ext cx="1449688" cy="14332"/>
              </a:xfrm>
              <a:custGeom>
                <a:avLst/>
                <a:gdLst>
                  <a:gd name="connsiteX0" fmla="*/ 0 w 1449688"/>
                  <a:gd name="connsiteY0" fmla="*/ 0 h 14332"/>
                  <a:gd name="connsiteX1" fmla="*/ 1449688 w 1449688"/>
                  <a:gd name="connsiteY1" fmla="*/ 0 h 14332"/>
                </a:gdLst>
                <a:ahLst/>
                <a:cxnLst>
                  <a:cxn ang="0">
                    <a:pos x="connsiteX0" y="connsiteY0"/>
                  </a:cxn>
                  <a:cxn ang="0">
                    <a:pos x="connsiteX1" y="connsiteY1"/>
                  </a:cxn>
                </a:cxnLst>
                <a:rect l="l" t="t" r="r" b="b"/>
                <a:pathLst>
                  <a:path w="1449688" h="14332">
                    <a:moveTo>
                      <a:pt x="0" y="0"/>
                    </a:moveTo>
                    <a:lnTo>
                      <a:pt x="1449688" y="0"/>
                    </a:lnTo>
                  </a:path>
                </a:pathLst>
              </a:custGeom>
              <a:noFill/>
              <a:ln w="9026" cap="flat">
                <a:solidFill>
                  <a:srgbClr val="EBEBEB"/>
                </a:solidFill>
                <a:prstDash val="solid"/>
                <a:round/>
              </a:ln>
            </p:spPr>
            <p:txBody>
              <a:bodyPr rtlCol="0" anchor="ctr"/>
              <a:lstStyle/>
              <a:p>
                <a:endParaRPr lang="en-GB"/>
              </a:p>
            </p:txBody>
          </p:sp>
          <p:sp>
            <p:nvSpPr>
              <p:cNvPr id="86" name="Free-form: Shape 85">
                <a:extLst>
                  <a:ext uri="{FF2B5EF4-FFF2-40B4-BE49-F238E27FC236}">
                    <a16:creationId xmlns:a16="http://schemas.microsoft.com/office/drawing/2014/main" id="{2D314B8A-661D-028A-A288-F72493F61615}"/>
                  </a:ext>
                </a:extLst>
              </p:cNvPr>
              <p:cNvSpPr/>
              <p:nvPr/>
            </p:nvSpPr>
            <p:spPr>
              <a:xfrm>
                <a:off x="4803247" y="2464739"/>
                <a:ext cx="1449688" cy="14332"/>
              </a:xfrm>
              <a:custGeom>
                <a:avLst/>
                <a:gdLst>
                  <a:gd name="connsiteX0" fmla="*/ 0 w 1449688"/>
                  <a:gd name="connsiteY0" fmla="*/ 0 h 14332"/>
                  <a:gd name="connsiteX1" fmla="*/ 1449688 w 1449688"/>
                  <a:gd name="connsiteY1" fmla="*/ 0 h 14332"/>
                </a:gdLst>
                <a:ahLst/>
                <a:cxnLst>
                  <a:cxn ang="0">
                    <a:pos x="connsiteX0" y="connsiteY0"/>
                  </a:cxn>
                  <a:cxn ang="0">
                    <a:pos x="connsiteX1" y="connsiteY1"/>
                  </a:cxn>
                </a:cxnLst>
                <a:rect l="l" t="t" r="r" b="b"/>
                <a:pathLst>
                  <a:path w="1449688" h="14332">
                    <a:moveTo>
                      <a:pt x="0" y="0"/>
                    </a:moveTo>
                    <a:lnTo>
                      <a:pt x="1449688" y="0"/>
                    </a:lnTo>
                  </a:path>
                </a:pathLst>
              </a:custGeom>
              <a:noFill/>
              <a:ln w="9026" cap="flat">
                <a:solidFill>
                  <a:srgbClr val="EBEBEB"/>
                </a:solidFill>
                <a:prstDash val="solid"/>
                <a:round/>
              </a:ln>
            </p:spPr>
            <p:txBody>
              <a:bodyPr rtlCol="0" anchor="ctr"/>
              <a:lstStyle/>
              <a:p>
                <a:endParaRPr lang="en-GB"/>
              </a:p>
            </p:txBody>
          </p:sp>
          <p:sp>
            <p:nvSpPr>
              <p:cNvPr id="87" name="Free-form: Shape 86">
                <a:extLst>
                  <a:ext uri="{FF2B5EF4-FFF2-40B4-BE49-F238E27FC236}">
                    <a16:creationId xmlns:a16="http://schemas.microsoft.com/office/drawing/2014/main" id="{D3771227-F799-4272-5728-E0FF16454608}"/>
                  </a:ext>
                </a:extLst>
              </p:cNvPr>
              <p:cNvSpPr/>
              <p:nvPr/>
            </p:nvSpPr>
            <p:spPr>
              <a:xfrm>
                <a:off x="4803247" y="1190905"/>
                <a:ext cx="1449688" cy="14332"/>
              </a:xfrm>
              <a:custGeom>
                <a:avLst/>
                <a:gdLst>
                  <a:gd name="connsiteX0" fmla="*/ 0 w 1449688"/>
                  <a:gd name="connsiteY0" fmla="*/ 0 h 14332"/>
                  <a:gd name="connsiteX1" fmla="*/ 1449688 w 1449688"/>
                  <a:gd name="connsiteY1" fmla="*/ 0 h 14332"/>
                </a:gdLst>
                <a:ahLst/>
                <a:cxnLst>
                  <a:cxn ang="0">
                    <a:pos x="connsiteX0" y="connsiteY0"/>
                  </a:cxn>
                  <a:cxn ang="0">
                    <a:pos x="connsiteX1" y="connsiteY1"/>
                  </a:cxn>
                </a:cxnLst>
                <a:rect l="l" t="t" r="r" b="b"/>
                <a:pathLst>
                  <a:path w="1449688" h="14332">
                    <a:moveTo>
                      <a:pt x="0" y="0"/>
                    </a:moveTo>
                    <a:lnTo>
                      <a:pt x="1449688" y="0"/>
                    </a:lnTo>
                  </a:path>
                </a:pathLst>
              </a:custGeom>
              <a:noFill/>
              <a:ln w="9026" cap="flat">
                <a:solidFill>
                  <a:srgbClr val="EBEBEB"/>
                </a:solidFill>
                <a:prstDash val="solid"/>
                <a:round/>
              </a:ln>
            </p:spPr>
            <p:txBody>
              <a:bodyPr rtlCol="0" anchor="ctr"/>
              <a:lstStyle/>
              <a:p>
                <a:endParaRPr lang="en-GB"/>
              </a:p>
            </p:txBody>
          </p:sp>
          <p:sp>
            <p:nvSpPr>
              <p:cNvPr id="88" name="Free-form: Shape 87">
                <a:extLst>
                  <a:ext uri="{FF2B5EF4-FFF2-40B4-BE49-F238E27FC236}">
                    <a16:creationId xmlns:a16="http://schemas.microsoft.com/office/drawing/2014/main" id="{84801525-7F5B-98F8-4C91-94CE546CB4EF}"/>
                  </a:ext>
                </a:extLst>
              </p:cNvPr>
              <p:cNvSpPr/>
              <p:nvPr/>
            </p:nvSpPr>
            <p:spPr>
              <a:xfrm>
                <a:off x="4803247" y="5649036"/>
                <a:ext cx="1449688" cy="14332"/>
              </a:xfrm>
              <a:custGeom>
                <a:avLst/>
                <a:gdLst>
                  <a:gd name="connsiteX0" fmla="*/ 0 w 1449688"/>
                  <a:gd name="connsiteY0" fmla="*/ 0 h 14332"/>
                  <a:gd name="connsiteX1" fmla="*/ 1449688 w 1449688"/>
                  <a:gd name="connsiteY1" fmla="*/ 0 h 14332"/>
                </a:gdLst>
                <a:ahLst/>
                <a:cxnLst>
                  <a:cxn ang="0">
                    <a:pos x="connsiteX0" y="connsiteY0"/>
                  </a:cxn>
                  <a:cxn ang="0">
                    <a:pos x="connsiteX1" y="connsiteY1"/>
                  </a:cxn>
                </a:cxnLst>
                <a:rect l="l" t="t" r="r" b="b"/>
                <a:pathLst>
                  <a:path w="1449688" h="14332">
                    <a:moveTo>
                      <a:pt x="0" y="0"/>
                    </a:moveTo>
                    <a:lnTo>
                      <a:pt x="1449688" y="0"/>
                    </a:lnTo>
                  </a:path>
                </a:pathLst>
              </a:custGeom>
              <a:noFill/>
              <a:ln w="18052" cap="flat">
                <a:solidFill>
                  <a:srgbClr val="EBEBEB"/>
                </a:solidFill>
                <a:prstDash val="solid"/>
                <a:round/>
              </a:ln>
            </p:spPr>
            <p:txBody>
              <a:bodyPr rtlCol="0" anchor="ctr"/>
              <a:lstStyle/>
              <a:p>
                <a:endParaRPr lang="en-GB"/>
              </a:p>
            </p:txBody>
          </p:sp>
          <p:sp>
            <p:nvSpPr>
              <p:cNvPr id="89" name="Free-form: Shape 88">
                <a:extLst>
                  <a:ext uri="{FF2B5EF4-FFF2-40B4-BE49-F238E27FC236}">
                    <a16:creationId xmlns:a16="http://schemas.microsoft.com/office/drawing/2014/main" id="{4D656F3D-D29A-FC88-F8BC-9C65E3D3B889}"/>
                  </a:ext>
                </a:extLst>
              </p:cNvPr>
              <p:cNvSpPr/>
              <p:nvPr/>
            </p:nvSpPr>
            <p:spPr>
              <a:xfrm>
                <a:off x="4803247" y="4375345"/>
                <a:ext cx="1449688" cy="14332"/>
              </a:xfrm>
              <a:custGeom>
                <a:avLst/>
                <a:gdLst>
                  <a:gd name="connsiteX0" fmla="*/ 0 w 1449688"/>
                  <a:gd name="connsiteY0" fmla="*/ 0 h 14332"/>
                  <a:gd name="connsiteX1" fmla="*/ 1449688 w 1449688"/>
                  <a:gd name="connsiteY1" fmla="*/ 0 h 14332"/>
                </a:gdLst>
                <a:ahLst/>
                <a:cxnLst>
                  <a:cxn ang="0">
                    <a:pos x="connsiteX0" y="connsiteY0"/>
                  </a:cxn>
                  <a:cxn ang="0">
                    <a:pos x="connsiteX1" y="connsiteY1"/>
                  </a:cxn>
                </a:cxnLst>
                <a:rect l="l" t="t" r="r" b="b"/>
                <a:pathLst>
                  <a:path w="1449688" h="14332">
                    <a:moveTo>
                      <a:pt x="0" y="0"/>
                    </a:moveTo>
                    <a:lnTo>
                      <a:pt x="1449688" y="0"/>
                    </a:lnTo>
                  </a:path>
                </a:pathLst>
              </a:custGeom>
              <a:noFill/>
              <a:ln w="18052" cap="flat">
                <a:solidFill>
                  <a:srgbClr val="EBEBEB"/>
                </a:solidFill>
                <a:prstDash val="solid"/>
                <a:round/>
              </a:ln>
            </p:spPr>
            <p:txBody>
              <a:bodyPr rtlCol="0" anchor="ctr"/>
              <a:lstStyle/>
              <a:p>
                <a:endParaRPr lang="en-GB"/>
              </a:p>
            </p:txBody>
          </p:sp>
          <p:sp>
            <p:nvSpPr>
              <p:cNvPr id="90" name="Free-form: Shape 89">
                <a:extLst>
                  <a:ext uri="{FF2B5EF4-FFF2-40B4-BE49-F238E27FC236}">
                    <a16:creationId xmlns:a16="http://schemas.microsoft.com/office/drawing/2014/main" id="{78E53890-CBA9-4BF6-CD7F-0D3010E06537}"/>
                  </a:ext>
                </a:extLst>
              </p:cNvPr>
              <p:cNvSpPr/>
              <p:nvPr/>
            </p:nvSpPr>
            <p:spPr>
              <a:xfrm>
                <a:off x="4803247" y="3101512"/>
                <a:ext cx="1449688" cy="14332"/>
              </a:xfrm>
              <a:custGeom>
                <a:avLst/>
                <a:gdLst>
                  <a:gd name="connsiteX0" fmla="*/ 0 w 1449688"/>
                  <a:gd name="connsiteY0" fmla="*/ 0 h 14332"/>
                  <a:gd name="connsiteX1" fmla="*/ 1449688 w 1449688"/>
                  <a:gd name="connsiteY1" fmla="*/ 0 h 14332"/>
                </a:gdLst>
                <a:ahLst/>
                <a:cxnLst>
                  <a:cxn ang="0">
                    <a:pos x="connsiteX0" y="connsiteY0"/>
                  </a:cxn>
                  <a:cxn ang="0">
                    <a:pos x="connsiteX1" y="connsiteY1"/>
                  </a:cxn>
                </a:cxnLst>
                <a:rect l="l" t="t" r="r" b="b"/>
                <a:pathLst>
                  <a:path w="1449688" h="14332">
                    <a:moveTo>
                      <a:pt x="0" y="0"/>
                    </a:moveTo>
                    <a:lnTo>
                      <a:pt x="1449688" y="0"/>
                    </a:lnTo>
                  </a:path>
                </a:pathLst>
              </a:custGeom>
              <a:noFill/>
              <a:ln w="18052" cap="flat">
                <a:solidFill>
                  <a:srgbClr val="EBEBEB"/>
                </a:solidFill>
                <a:prstDash val="solid"/>
                <a:round/>
              </a:ln>
            </p:spPr>
            <p:txBody>
              <a:bodyPr rtlCol="0" anchor="ctr"/>
              <a:lstStyle/>
              <a:p>
                <a:endParaRPr lang="en-GB"/>
              </a:p>
            </p:txBody>
          </p:sp>
          <p:sp>
            <p:nvSpPr>
              <p:cNvPr id="91" name="Free-form: Shape 90">
                <a:extLst>
                  <a:ext uri="{FF2B5EF4-FFF2-40B4-BE49-F238E27FC236}">
                    <a16:creationId xmlns:a16="http://schemas.microsoft.com/office/drawing/2014/main" id="{6356BA14-CF9A-CE4E-00A2-FA3F064D077A}"/>
                  </a:ext>
                </a:extLst>
              </p:cNvPr>
              <p:cNvSpPr/>
              <p:nvPr/>
            </p:nvSpPr>
            <p:spPr>
              <a:xfrm>
                <a:off x="4803247" y="1827822"/>
                <a:ext cx="1449688" cy="14332"/>
              </a:xfrm>
              <a:custGeom>
                <a:avLst/>
                <a:gdLst>
                  <a:gd name="connsiteX0" fmla="*/ 0 w 1449688"/>
                  <a:gd name="connsiteY0" fmla="*/ 0 h 14332"/>
                  <a:gd name="connsiteX1" fmla="*/ 1449688 w 1449688"/>
                  <a:gd name="connsiteY1" fmla="*/ 0 h 14332"/>
                </a:gdLst>
                <a:ahLst/>
                <a:cxnLst>
                  <a:cxn ang="0">
                    <a:pos x="connsiteX0" y="connsiteY0"/>
                  </a:cxn>
                  <a:cxn ang="0">
                    <a:pos x="connsiteX1" y="connsiteY1"/>
                  </a:cxn>
                </a:cxnLst>
                <a:rect l="l" t="t" r="r" b="b"/>
                <a:pathLst>
                  <a:path w="1449688" h="14332">
                    <a:moveTo>
                      <a:pt x="0" y="0"/>
                    </a:moveTo>
                    <a:lnTo>
                      <a:pt x="1449688" y="0"/>
                    </a:lnTo>
                  </a:path>
                </a:pathLst>
              </a:custGeom>
              <a:noFill/>
              <a:ln w="18052" cap="flat">
                <a:solidFill>
                  <a:srgbClr val="EBEBEB"/>
                </a:solidFill>
                <a:prstDash val="solid"/>
                <a:round/>
              </a:ln>
            </p:spPr>
            <p:txBody>
              <a:bodyPr rtlCol="0" anchor="ctr"/>
              <a:lstStyle/>
              <a:p>
                <a:endParaRPr lang="en-GB"/>
              </a:p>
            </p:txBody>
          </p:sp>
          <p:sp>
            <p:nvSpPr>
              <p:cNvPr id="92" name="Free-form: Shape 91">
                <a:extLst>
                  <a:ext uri="{FF2B5EF4-FFF2-40B4-BE49-F238E27FC236}">
                    <a16:creationId xmlns:a16="http://schemas.microsoft.com/office/drawing/2014/main" id="{3EAFC201-898E-FBF5-6CBD-87249A68618E}"/>
                  </a:ext>
                </a:extLst>
              </p:cNvPr>
              <p:cNvSpPr/>
              <p:nvPr/>
            </p:nvSpPr>
            <p:spPr>
              <a:xfrm>
                <a:off x="4909305"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93" name="Free-form: Shape 92">
                <a:extLst>
                  <a:ext uri="{FF2B5EF4-FFF2-40B4-BE49-F238E27FC236}">
                    <a16:creationId xmlns:a16="http://schemas.microsoft.com/office/drawing/2014/main" id="{A7CABB3A-155C-3379-EF47-0AB6828BA317}"/>
                  </a:ext>
                </a:extLst>
              </p:cNvPr>
              <p:cNvSpPr/>
              <p:nvPr/>
            </p:nvSpPr>
            <p:spPr>
              <a:xfrm>
                <a:off x="5086163"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94" name="Free-form: Shape 93">
                <a:extLst>
                  <a:ext uri="{FF2B5EF4-FFF2-40B4-BE49-F238E27FC236}">
                    <a16:creationId xmlns:a16="http://schemas.microsoft.com/office/drawing/2014/main" id="{A99AA8BB-6CF7-4F0F-14CE-70E445437A98}"/>
                  </a:ext>
                </a:extLst>
              </p:cNvPr>
              <p:cNvSpPr/>
              <p:nvPr/>
            </p:nvSpPr>
            <p:spPr>
              <a:xfrm>
                <a:off x="5262877"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95" name="Free-form: Shape 94">
                <a:extLst>
                  <a:ext uri="{FF2B5EF4-FFF2-40B4-BE49-F238E27FC236}">
                    <a16:creationId xmlns:a16="http://schemas.microsoft.com/office/drawing/2014/main" id="{F680CAB6-9EAB-A503-3577-7B3EBC432005}"/>
                  </a:ext>
                </a:extLst>
              </p:cNvPr>
              <p:cNvSpPr/>
              <p:nvPr/>
            </p:nvSpPr>
            <p:spPr>
              <a:xfrm>
                <a:off x="5439734"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96" name="Free-form: Shape 95">
                <a:extLst>
                  <a:ext uri="{FF2B5EF4-FFF2-40B4-BE49-F238E27FC236}">
                    <a16:creationId xmlns:a16="http://schemas.microsoft.com/office/drawing/2014/main" id="{747FD5A9-E729-B07E-950F-B680D17070C8}"/>
                  </a:ext>
                </a:extLst>
              </p:cNvPr>
              <p:cNvSpPr/>
              <p:nvPr/>
            </p:nvSpPr>
            <p:spPr>
              <a:xfrm>
                <a:off x="5616449"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97" name="Free-form: Shape 96">
                <a:extLst>
                  <a:ext uri="{FF2B5EF4-FFF2-40B4-BE49-F238E27FC236}">
                    <a16:creationId xmlns:a16="http://schemas.microsoft.com/office/drawing/2014/main" id="{082619F1-4E87-E6DC-7F65-D3817F228D84}"/>
                  </a:ext>
                </a:extLst>
              </p:cNvPr>
              <p:cNvSpPr/>
              <p:nvPr/>
            </p:nvSpPr>
            <p:spPr>
              <a:xfrm>
                <a:off x="5793306"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98" name="Free-form: Shape 97">
                <a:extLst>
                  <a:ext uri="{FF2B5EF4-FFF2-40B4-BE49-F238E27FC236}">
                    <a16:creationId xmlns:a16="http://schemas.microsoft.com/office/drawing/2014/main" id="{E0921A30-D9EB-6E8F-2113-CB78C7543E55}"/>
                  </a:ext>
                </a:extLst>
              </p:cNvPr>
              <p:cNvSpPr/>
              <p:nvPr/>
            </p:nvSpPr>
            <p:spPr>
              <a:xfrm>
                <a:off x="5970021"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99" name="Free-form: Shape 98">
                <a:extLst>
                  <a:ext uri="{FF2B5EF4-FFF2-40B4-BE49-F238E27FC236}">
                    <a16:creationId xmlns:a16="http://schemas.microsoft.com/office/drawing/2014/main" id="{D36239A6-C778-BB72-7048-AF38F4E5ADD0}"/>
                  </a:ext>
                </a:extLst>
              </p:cNvPr>
              <p:cNvSpPr/>
              <p:nvPr/>
            </p:nvSpPr>
            <p:spPr>
              <a:xfrm>
                <a:off x="6146878"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100" name="Free-form: Shape 99">
                <a:extLst>
                  <a:ext uri="{FF2B5EF4-FFF2-40B4-BE49-F238E27FC236}">
                    <a16:creationId xmlns:a16="http://schemas.microsoft.com/office/drawing/2014/main" id="{AE5ADE5C-9A17-D32B-14C7-0042BB98CCC5}"/>
                  </a:ext>
                </a:extLst>
              </p:cNvPr>
              <p:cNvSpPr/>
              <p:nvPr/>
            </p:nvSpPr>
            <p:spPr>
              <a:xfrm>
                <a:off x="5377820" y="4415475"/>
                <a:ext cx="123685" cy="1233703"/>
              </a:xfrm>
              <a:custGeom>
                <a:avLst/>
                <a:gdLst>
                  <a:gd name="connsiteX0" fmla="*/ 0 w 123685"/>
                  <a:gd name="connsiteY0" fmla="*/ 0 h 1233703"/>
                  <a:gd name="connsiteX1" fmla="*/ 123686 w 123685"/>
                  <a:gd name="connsiteY1" fmla="*/ 0 h 1233703"/>
                  <a:gd name="connsiteX2" fmla="*/ 123686 w 123685"/>
                  <a:gd name="connsiteY2" fmla="*/ 1233703 h 1233703"/>
                  <a:gd name="connsiteX3" fmla="*/ 0 w 123685"/>
                  <a:gd name="connsiteY3" fmla="*/ 1233703 h 1233703"/>
                </a:gdLst>
                <a:ahLst/>
                <a:cxnLst>
                  <a:cxn ang="0">
                    <a:pos x="connsiteX0" y="connsiteY0"/>
                  </a:cxn>
                  <a:cxn ang="0">
                    <a:pos x="connsiteX1" y="connsiteY1"/>
                  </a:cxn>
                  <a:cxn ang="0">
                    <a:pos x="connsiteX2" y="connsiteY2"/>
                  </a:cxn>
                  <a:cxn ang="0">
                    <a:pos x="connsiteX3" y="connsiteY3"/>
                  </a:cxn>
                </a:cxnLst>
                <a:rect l="l" t="t" r="r" b="b"/>
                <a:pathLst>
                  <a:path w="123685" h="1233703">
                    <a:moveTo>
                      <a:pt x="0" y="0"/>
                    </a:moveTo>
                    <a:lnTo>
                      <a:pt x="123686" y="0"/>
                    </a:lnTo>
                    <a:lnTo>
                      <a:pt x="123686" y="1233703"/>
                    </a:lnTo>
                    <a:lnTo>
                      <a:pt x="0" y="1233703"/>
                    </a:lnTo>
                    <a:close/>
                  </a:path>
                </a:pathLst>
              </a:custGeom>
              <a:solidFill>
                <a:srgbClr val="277F8E"/>
              </a:solidFill>
              <a:ln w="15330" cap="flat">
                <a:noFill/>
                <a:prstDash val="solid"/>
                <a:miter/>
              </a:ln>
            </p:spPr>
            <p:txBody>
              <a:bodyPr rtlCol="0" anchor="ctr"/>
              <a:lstStyle/>
              <a:p>
                <a:endParaRPr lang="en-GB"/>
              </a:p>
            </p:txBody>
          </p:sp>
          <p:sp>
            <p:nvSpPr>
              <p:cNvPr id="101" name="Free-form: Shape 100">
                <a:extLst>
                  <a:ext uri="{FF2B5EF4-FFF2-40B4-BE49-F238E27FC236}">
                    <a16:creationId xmlns:a16="http://schemas.microsoft.com/office/drawing/2014/main" id="{C35ECB3B-E9D0-03DC-09C3-5353C1DD2BC7}"/>
                  </a:ext>
                </a:extLst>
              </p:cNvPr>
              <p:cNvSpPr/>
              <p:nvPr/>
            </p:nvSpPr>
            <p:spPr>
              <a:xfrm>
                <a:off x="5201106" y="4606808"/>
                <a:ext cx="123685" cy="1042227"/>
              </a:xfrm>
              <a:custGeom>
                <a:avLst/>
                <a:gdLst>
                  <a:gd name="connsiteX0" fmla="*/ 0 w 123685"/>
                  <a:gd name="connsiteY0" fmla="*/ 0 h 1042227"/>
                  <a:gd name="connsiteX1" fmla="*/ 123686 w 123685"/>
                  <a:gd name="connsiteY1" fmla="*/ 0 h 1042227"/>
                  <a:gd name="connsiteX2" fmla="*/ 123686 w 123685"/>
                  <a:gd name="connsiteY2" fmla="*/ 1042227 h 1042227"/>
                  <a:gd name="connsiteX3" fmla="*/ 0 w 123685"/>
                  <a:gd name="connsiteY3" fmla="*/ 1042227 h 1042227"/>
                </a:gdLst>
                <a:ahLst/>
                <a:cxnLst>
                  <a:cxn ang="0">
                    <a:pos x="connsiteX0" y="connsiteY0"/>
                  </a:cxn>
                  <a:cxn ang="0">
                    <a:pos x="connsiteX1" y="connsiteY1"/>
                  </a:cxn>
                  <a:cxn ang="0">
                    <a:pos x="connsiteX2" y="connsiteY2"/>
                  </a:cxn>
                  <a:cxn ang="0">
                    <a:pos x="connsiteX3" y="connsiteY3"/>
                  </a:cxn>
                </a:cxnLst>
                <a:rect l="l" t="t" r="r" b="b"/>
                <a:pathLst>
                  <a:path w="123685" h="1042227">
                    <a:moveTo>
                      <a:pt x="0" y="0"/>
                    </a:moveTo>
                    <a:lnTo>
                      <a:pt x="123686" y="0"/>
                    </a:lnTo>
                    <a:lnTo>
                      <a:pt x="123686" y="1042227"/>
                    </a:lnTo>
                    <a:lnTo>
                      <a:pt x="0" y="1042227"/>
                    </a:lnTo>
                    <a:close/>
                  </a:path>
                </a:pathLst>
              </a:custGeom>
              <a:solidFill>
                <a:srgbClr val="365C8D"/>
              </a:solidFill>
              <a:ln w="15330" cap="flat">
                <a:noFill/>
                <a:prstDash val="solid"/>
                <a:miter/>
              </a:ln>
            </p:spPr>
            <p:txBody>
              <a:bodyPr rtlCol="0" anchor="ctr"/>
              <a:lstStyle/>
              <a:p>
                <a:endParaRPr lang="en-GB"/>
              </a:p>
            </p:txBody>
          </p:sp>
          <p:sp>
            <p:nvSpPr>
              <p:cNvPr id="102" name="Free-form: Shape 101">
                <a:extLst>
                  <a:ext uri="{FF2B5EF4-FFF2-40B4-BE49-F238E27FC236}">
                    <a16:creationId xmlns:a16="http://schemas.microsoft.com/office/drawing/2014/main" id="{2993C4E0-A8A4-3A35-2DB7-E75402C6C850}"/>
                  </a:ext>
                </a:extLst>
              </p:cNvPr>
              <p:cNvSpPr/>
              <p:nvPr/>
            </p:nvSpPr>
            <p:spPr>
              <a:xfrm>
                <a:off x="5024248" y="4776786"/>
                <a:ext cx="123685" cy="872249"/>
              </a:xfrm>
              <a:custGeom>
                <a:avLst/>
                <a:gdLst>
                  <a:gd name="connsiteX0" fmla="*/ 0 w 123685"/>
                  <a:gd name="connsiteY0" fmla="*/ 0 h 872249"/>
                  <a:gd name="connsiteX1" fmla="*/ 123686 w 123685"/>
                  <a:gd name="connsiteY1" fmla="*/ 0 h 872249"/>
                  <a:gd name="connsiteX2" fmla="*/ 123686 w 123685"/>
                  <a:gd name="connsiteY2" fmla="*/ 872249 h 872249"/>
                  <a:gd name="connsiteX3" fmla="*/ 0 w 123685"/>
                  <a:gd name="connsiteY3" fmla="*/ 872249 h 872249"/>
                </a:gdLst>
                <a:ahLst/>
                <a:cxnLst>
                  <a:cxn ang="0">
                    <a:pos x="connsiteX0" y="connsiteY0"/>
                  </a:cxn>
                  <a:cxn ang="0">
                    <a:pos x="connsiteX1" y="connsiteY1"/>
                  </a:cxn>
                  <a:cxn ang="0">
                    <a:pos x="connsiteX2" y="connsiteY2"/>
                  </a:cxn>
                  <a:cxn ang="0">
                    <a:pos x="connsiteX3" y="connsiteY3"/>
                  </a:cxn>
                </a:cxnLst>
                <a:rect l="l" t="t" r="r" b="b"/>
                <a:pathLst>
                  <a:path w="123685" h="872249">
                    <a:moveTo>
                      <a:pt x="0" y="0"/>
                    </a:moveTo>
                    <a:lnTo>
                      <a:pt x="123686" y="0"/>
                    </a:lnTo>
                    <a:lnTo>
                      <a:pt x="123686" y="872249"/>
                    </a:lnTo>
                    <a:lnTo>
                      <a:pt x="0" y="872249"/>
                    </a:lnTo>
                    <a:close/>
                  </a:path>
                </a:pathLst>
              </a:custGeom>
              <a:solidFill>
                <a:srgbClr val="46337E"/>
              </a:solidFill>
              <a:ln w="15330" cap="flat">
                <a:noFill/>
                <a:prstDash val="solid"/>
                <a:miter/>
              </a:ln>
            </p:spPr>
            <p:txBody>
              <a:bodyPr rtlCol="0" anchor="ctr"/>
              <a:lstStyle/>
              <a:p>
                <a:endParaRPr lang="en-GB"/>
              </a:p>
            </p:txBody>
          </p:sp>
          <p:sp>
            <p:nvSpPr>
              <p:cNvPr id="103" name="Free-form: Shape 102">
                <a:extLst>
                  <a:ext uri="{FF2B5EF4-FFF2-40B4-BE49-F238E27FC236}">
                    <a16:creationId xmlns:a16="http://schemas.microsoft.com/office/drawing/2014/main" id="{B63A9320-6219-790A-EC20-B9B97AE9B5A3}"/>
                  </a:ext>
                </a:extLst>
              </p:cNvPr>
              <p:cNvSpPr/>
              <p:nvPr/>
            </p:nvSpPr>
            <p:spPr>
              <a:xfrm>
                <a:off x="5908106" y="4874101"/>
                <a:ext cx="123685" cy="774934"/>
              </a:xfrm>
              <a:custGeom>
                <a:avLst/>
                <a:gdLst>
                  <a:gd name="connsiteX0" fmla="*/ 0 w 123685"/>
                  <a:gd name="connsiteY0" fmla="*/ 0 h 774934"/>
                  <a:gd name="connsiteX1" fmla="*/ 123686 w 123685"/>
                  <a:gd name="connsiteY1" fmla="*/ 0 h 774934"/>
                  <a:gd name="connsiteX2" fmla="*/ 123686 w 123685"/>
                  <a:gd name="connsiteY2" fmla="*/ 774934 h 774934"/>
                  <a:gd name="connsiteX3" fmla="*/ 0 w 123685"/>
                  <a:gd name="connsiteY3" fmla="*/ 774934 h 774934"/>
                </a:gdLst>
                <a:ahLst/>
                <a:cxnLst>
                  <a:cxn ang="0">
                    <a:pos x="connsiteX0" y="connsiteY0"/>
                  </a:cxn>
                  <a:cxn ang="0">
                    <a:pos x="connsiteX1" y="connsiteY1"/>
                  </a:cxn>
                  <a:cxn ang="0">
                    <a:pos x="connsiteX2" y="connsiteY2"/>
                  </a:cxn>
                  <a:cxn ang="0">
                    <a:pos x="connsiteX3" y="connsiteY3"/>
                  </a:cxn>
                </a:cxnLst>
                <a:rect l="l" t="t" r="r" b="b"/>
                <a:pathLst>
                  <a:path w="123685" h="774934">
                    <a:moveTo>
                      <a:pt x="0" y="0"/>
                    </a:moveTo>
                    <a:lnTo>
                      <a:pt x="123686" y="0"/>
                    </a:lnTo>
                    <a:lnTo>
                      <a:pt x="123686" y="774934"/>
                    </a:lnTo>
                    <a:lnTo>
                      <a:pt x="0" y="774934"/>
                    </a:lnTo>
                    <a:close/>
                  </a:path>
                </a:pathLst>
              </a:custGeom>
              <a:solidFill>
                <a:srgbClr val="9FDA3A"/>
              </a:solidFill>
              <a:ln w="15330" cap="flat">
                <a:noFill/>
                <a:prstDash val="solid"/>
                <a:miter/>
              </a:ln>
            </p:spPr>
            <p:txBody>
              <a:bodyPr rtlCol="0" anchor="ctr"/>
              <a:lstStyle/>
              <a:p>
                <a:endParaRPr lang="en-GB"/>
              </a:p>
            </p:txBody>
          </p:sp>
          <p:sp>
            <p:nvSpPr>
              <p:cNvPr id="104" name="Free-form: Shape 103">
                <a:extLst>
                  <a:ext uri="{FF2B5EF4-FFF2-40B4-BE49-F238E27FC236}">
                    <a16:creationId xmlns:a16="http://schemas.microsoft.com/office/drawing/2014/main" id="{0801AEDB-2CBB-9860-FB3D-9B821D19F280}"/>
                  </a:ext>
                </a:extLst>
              </p:cNvPr>
              <p:cNvSpPr/>
              <p:nvPr/>
            </p:nvSpPr>
            <p:spPr>
              <a:xfrm>
                <a:off x="5377820" y="3181771"/>
                <a:ext cx="123685" cy="1233703"/>
              </a:xfrm>
              <a:custGeom>
                <a:avLst/>
                <a:gdLst>
                  <a:gd name="connsiteX0" fmla="*/ 0 w 123685"/>
                  <a:gd name="connsiteY0" fmla="*/ 0 h 1233703"/>
                  <a:gd name="connsiteX1" fmla="*/ 123686 w 123685"/>
                  <a:gd name="connsiteY1" fmla="*/ 0 h 1233703"/>
                  <a:gd name="connsiteX2" fmla="*/ 123686 w 123685"/>
                  <a:gd name="connsiteY2" fmla="*/ 1233704 h 1233703"/>
                  <a:gd name="connsiteX3" fmla="*/ 0 w 123685"/>
                  <a:gd name="connsiteY3" fmla="*/ 1233704 h 1233703"/>
                </a:gdLst>
                <a:ahLst/>
                <a:cxnLst>
                  <a:cxn ang="0">
                    <a:pos x="connsiteX0" y="connsiteY0"/>
                  </a:cxn>
                  <a:cxn ang="0">
                    <a:pos x="connsiteX1" y="connsiteY1"/>
                  </a:cxn>
                  <a:cxn ang="0">
                    <a:pos x="connsiteX2" y="connsiteY2"/>
                  </a:cxn>
                  <a:cxn ang="0">
                    <a:pos x="connsiteX3" y="connsiteY3"/>
                  </a:cxn>
                </a:cxnLst>
                <a:rect l="l" t="t" r="r" b="b"/>
                <a:pathLst>
                  <a:path w="123685" h="1233703">
                    <a:moveTo>
                      <a:pt x="0" y="0"/>
                    </a:moveTo>
                    <a:lnTo>
                      <a:pt x="123686" y="0"/>
                    </a:lnTo>
                    <a:lnTo>
                      <a:pt x="123686" y="1233704"/>
                    </a:lnTo>
                    <a:lnTo>
                      <a:pt x="0" y="1233704"/>
                    </a:lnTo>
                    <a:close/>
                  </a:path>
                </a:pathLst>
              </a:custGeom>
              <a:solidFill>
                <a:srgbClr val="277F8E"/>
              </a:solidFill>
              <a:ln w="15330" cap="flat">
                <a:noFill/>
                <a:prstDash val="solid"/>
                <a:miter/>
              </a:ln>
            </p:spPr>
            <p:txBody>
              <a:bodyPr rtlCol="0" anchor="ctr"/>
              <a:lstStyle/>
              <a:p>
                <a:endParaRPr lang="en-GB"/>
              </a:p>
            </p:txBody>
          </p:sp>
          <p:sp>
            <p:nvSpPr>
              <p:cNvPr id="105" name="Free-form: Shape 104">
                <a:extLst>
                  <a:ext uri="{FF2B5EF4-FFF2-40B4-BE49-F238E27FC236}">
                    <a16:creationId xmlns:a16="http://schemas.microsoft.com/office/drawing/2014/main" id="{15707131-21EE-F1D4-C6B3-5CF7F3C43A35}"/>
                  </a:ext>
                </a:extLst>
              </p:cNvPr>
              <p:cNvSpPr/>
              <p:nvPr/>
            </p:nvSpPr>
            <p:spPr>
              <a:xfrm>
                <a:off x="5201106" y="3564581"/>
                <a:ext cx="123685" cy="1042227"/>
              </a:xfrm>
              <a:custGeom>
                <a:avLst/>
                <a:gdLst>
                  <a:gd name="connsiteX0" fmla="*/ 0 w 123685"/>
                  <a:gd name="connsiteY0" fmla="*/ 0 h 1042227"/>
                  <a:gd name="connsiteX1" fmla="*/ 123686 w 123685"/>
                  <a:gd name="connsiteY1" fmla="*/ 0 h 1042227"/>
                  <a:gd name="connsiteX2" fmla="*/ 123686 w 123685"/>
                  <a:gd name="connsiteY2" fmla="*/ 1042227 h 1042227"/>
                  <a:gd name="connsiteX3" fmla="*/ 0 w 123685"/>
                  <a:gd name="connsiteY3" fmla="*/ 1042227 h 1042227"/>
                </a:gdLst>
                <a:ahLst/>
                <a:cxnLst>
                  <a:cxn ang="0">
                    <a:pos x="connsiteX0" y="connsiteY0"/>
                  </a:cxn>
                  <a:cxn ang="0">
                    <a:pos x="connsiteX1" y="connsiteY1"/>
                  </a:cxn>
                  <a:cxn ang="0">
                    <a:pos x="connsiteX2" y="connsiteY2"/>
                  </a:cxn>
                  <a:cxn ang="0">
                    <a:pos x="connsiteX3" y="connsiteY3"/>
                  </a:cxn>
                </a:cxnLst>
                <a:rect l="l" t="t" r="r" b="b"/>
                <a:pathLst>
                  <a:path w="123685" h="1042227">
                    <a:moveTo>
                      <a:pt x="0" y="0"/>
                    </a:moveTo>
                    <a:lnTo>
                      <a:pt x="123686" y="0"/>
                    </a:lnTo>
                    <a:lnTo>
                      <a:pt x="123686" y="1042227"/>
                    </a:lnTo>
                    <a:lnTo>
                      <a:pt x="0" y="1042227"/>
                    </a:lnTo>
                    <a:close/>
                  </a:path>
                </a:pathLst>
              </a:custGeom>
              <a:solidFill>
                <a:srgbClr val="365C8D"/>
              </a:solidFill>
              <a:ln w="15330" cap="flat">
                <a:noFill/>
                <a:prstDash val="solid"/>
                <a:miter/>
              </a:ln>
            </p:spPr>
            <p:txBody>
              <a:bodyPr rtlCol="0" anchor="ctr"/>
              <a:lstStyle/>
              <a:p>
                <a:endParaRPr lang="en-GB"/>
              </a:p>
            </p:txBody>
          </p:sp>
          <p:sp>
            <p:nvSpPr>
              <p:cNvPr id="106" name="Free-form: Shape 105">
                <a:extLst>
                  <a:ext uri="{FF2B5EF4-FFF2-40B4-BE49-F238E27FC236}">
                    <a16:creationId xmlns:a16="http://schemas.microsoft.com/office/drawing/2014/main" id="{53637305-480E-8ABC-F7CA-0B787722A788}"/>
                  </a:ext>
                </a:extLst>
              </p:cNvPr>
              <p:cNvSpPr/>
              <p:nvPr/>
            </p:nvSpPr>
            <p:spPr>
              <a:xfrm>
                <a:off x="5024248" y="3904394"/>
                <a:ext cx="123685" cy="872249"/>
              </a:xfrm>
              <a:custGeom>
                <a:avLst/>
                <a:gdLst>
                  <a:gd name="connsiteX0" fmla="*/ 0 w 123685"/>
                  <a:gd name="connsiteY0" fmla="*/ 0 h 872249"/>
                  <a:gd name="connsiteX1" fmla="*/ 123686 w 123685"/>
                  <a:gd name="connsiteY1" fmla="*/ 0 h 872249"/>
                  <a:gd name="connsiteX2" fmla="*/ 123686 w 123685"/>
                  <a:gd name="connsiteY2" fmla="*/ 872249 h 872249"/>
                  <a:gd name="connsiteX3" fmla="*/ 0 w 123685"/>
                  <a:gd name="connsiteY3" fmla="*/ 872249 h 872249"/>
                </a:gdLst>
                <a:ahLst/>
                <a:cxnLst>
                  <a:cxn ang="0">
                    <a:pos x="connsiteX0" y="connsiteY0"/>
                  </a:cxn>
                  <a:cxn ang="0">
                    <a:pos x="connsiteX1" y="connsiteY1"/>
                  </a:cxn>
                  <a:cxn ang="0">
                    <a:pos x="connsiteX2" y="connsiteY2"/>
                  </a:cxn>
                  <a:cxn ang="0">
                    <a:pos x="connsiteX3" y="connsiteY3"/>
                  </a:cxn>
                </a:cxnLst>
                <a:rect l="l" t="t" r="r" b="b"/>
                <a:pathLst>
                  <a:path w="123685" h="872249">
                    <a:moveTo>
                      <a:pt x="0" y="0"/>
                    </a:moveTo>
                    <a:lnTo>
                      <a:pt x="123686" y="0"/>
                    </a:lnTo>
                    <a:lnTo>
                      <a:pt x="123686" y="872249"/>
                    </a:lnTo>
                    <a:lnTo>
                      <a:pt x="0" y="872249"/>
                    </a:lnTo>
                    <a:close/>
                  </a:path>
                </a:pathLst>
              </a:custGeom>
              <a:solidFill>
                <a:srgbClr val="46337E"/>
              </a:solidFill>
              <a:ln w="15330" cap="flat">
                <a:noFill/>
                <a:prstDash val="solid"/>
                <a:miter/>
              </a:ln>
            </p:spPr>
            <p:txBody>
              <a:bodyPr rtlCol="0" anchor="ctr"/>
              <a:lstStyle/>
              <a:p>
                <a:endParaRPr lang="en-GB"/>
              </a:p>
            </p:txBody>
          </p:sp>
          <p:sp>
            <p:nvSpPr>
              <p:cNvPr id="107" name="Free-form: Shape 106">
                <a:extLst>
                  <a:ext uri="{FF2B5EF4-FFF2-40B4-BE49-F238E27FC236}">
                    <a16:creationId xmlns:a16="http://schemas.microsoft.com/office/drawing/2014/main" id="{30D1DF8A-9E57-2654-A1D1-9B542D1A7B55}"/>
                  </a:ext>
                </a:extLst>
              </p:cNvPr>
              <p:cNvSpPr/>
              <p:nvPr/>
            </p:nvSpPr>
            <p:spPr>
              <a:xfrm>
                <a:off x="5908106" y="4099310"/>
                <a:ext cx="123685" cy="774934"/>
              </a:xfrm>
              <a:custGeom>
                <a:avLst/>
                <a:gdLst>
                  <a:gd name="connsiteX0" fmla="*/ 0 w 123685"/>
                  <a:gd name="connsiteY0" fmla="*/ 0 h 774934"/>
                  <a:gd name="connsiteX1" fmla="*/ 123686 w 123685"/>
                  <a:gd name="connsiteY1" fmla="*/ 0 h 774934"/>
                  <a:gd name="connsiteX2" fmla="*/ 123686 w 123685"/>
                  <a:gd name="connsiteY2" fmla="*/ 774934 h 774934"/>
                  <a:gd name="connsiteX3" fmla="*/ 0 w 123685"/>
                  <a:gd name="connsiteY3" fmla="*/ 774934 h 774934"/>
                </a:gdLst>
                <a:ahLst/>
                <a:cxnLst>
                  <a:cxn ang="0">
                    <a:pos x="connsiteX0" y="connsiteY0"/>
                  </a:cxn>
                  <a:cxn ang="0">
                    <a:pos x="connsiteX1" y="connsiteY1"/>
                  </a:cxn>
                  <a:cxn ang="0">
                    <a:pos x="connsiteX2" y="connsiteY2"/>
                  </a:cxn>
                  <a:cxn ang="0">
                    <a:pos x="connsiteX3" y="connsiteY3"/>
                  </a:cxn>
                </a:cxnLst>
                <a:rect l="l" t="t" r="r" b="b"/>
                <a:pathLst>
                  <a:path w="123685" h="774934">
                    <a:moveTo>
                      <a:pt x="0" y="0"/>
                    </a:moveTo>
                    <a:lnTo>
                      <a:pt x="123686" y="0"/>
                    </a:lnTo>
                    <a:lnTo>
                      <a:pt x="123686" y="774934"/>
                    </a:lnTo>
                    <a:lnTo>
                      <a:pt x="0" y="774934"/>
                    </a:lnTo>
                    <a:close/>
                  </a:path>
                </a:pathLst>
              </a:custGeom>
              <a:solidFill>
                <a:srgbClr val="9FDA3A"/>
              </a:solidFill>
              <a:ln w="15330" cap="flat">
                <a:noFill/>
                <a:prstDash val="solid"/>
                <a:miter/>
              </a:ln>
            </p:spPr>
            <p:txBody>
              <a:bodyPr rtlCol="0" anchor="ctr"/>
              <a:lstStyle/>
              <a:p>
                <a:endParaRPr lang="en-GB"/>
              </a:p>
            </p:txBody>
          </p:sp>
        </p:grpSp>
        <p:grpSp>
          <p:nvGrpSpPr>
            <p:cNvPr id="108" name="Graphic 11">
              <a:extLst>
                <a:ext uri="{FF2B5EF4-FFF2-40B4-BE49-F238E27FC236}">
                  <a16:creationId xmlns:a16="http://schemas.microsoft.com/office/drawing/2014/main" id="{2A5BD460-4982-0B82-589D-D01E4EC44286}"/>
                </a:ext>
              </a:extLst>
            </p:cNvPr>
            <p:cNvGrpSpPr/>
            <p:nvPr/>
          </p:nvGrpSpPr>
          <p:grpSpPr>
            <a:xfrm>
              <a:off x="6459317" y="970335"/>
              <a:ext cx="1449544" cy="4901564"/>
              <a:chOff x="6459317" y="970335"/>
              <a:chExt cx="1449544" cy="4901564"/>
            </a:xfrm>
          </p:grpSpPr>
          <p:sp>
            <p:nvSpPr>
              <p:cNvPr id="109" name="Free-form: Shape 108">
                <a:extLst>
                  <a:ext uri="{FF2B5EF4-FFF2-40B4-BE49-F238E27FC236}">
                    <a16:creationId xmlns:a16="http://schemas.microsoft.com/office/drawing/2014/main" id="{528C17D3-E67F-664B-A481-9B54B3BE815A}"/>
                  </a:ext>
                </a:extLst>
              </p:cNvPr>
              <p:cNvSpPr/>
              <p:nvPr/>
            </p:nvSpPr>
            <p:spPr>
              <a:xfrm>
                <a:off x="6459317" y="5012119"/>
                <a:ext cx="1449544" cy="14332"/>
              </a:xfrm>
              <a:custGeom>
                <a:avLst/>
                <a:gdLst>
                  <a:gd name="connsiteX0" fmla="*/ 0 w 1449544"/>
                  <a:gd name="connsiteY0" fmla="*/ 0 h 14332"/>
                  <a:gd name="connsiteX1" fmla="*/ 1449544 w 1449544"/>
                  <a:gd name="connsiteY1" fmla="*/ 0 h 14332"/>
                </a:gdLst>
                <a:ahLst/>
                <a:cxnLst>
                  <a:cxn ang="0">
                    <a:pos x="connsiteX0" y="connsiteY0"/>
                  </a:cxn>
                  <a:cxn ang="0">
                    <a:pos x="connsiteX1" y="connsiteY1"/>
                  </a:cxn>
                </a:cxnLst>
                <a:rect l="l" t="t" r="r" b="b"/>
                <a:pathLst>
                  <a:path w="1449544" h="14332">
                    <a:moveTo>
                      <a:pt x="0" y="0"/>
                    </a:moveTo>
                    <a:lnTo>
                      <a:pt x="1449544" y="0"/>
                    </a:lnTo>
                  </a:path>
                </a:pathLst>
              </a:custGeom>
              <a:noFill/>
              <a:ln w="9026" cap="flat">
                <a:solidFill>
                  <a:srgbClr val="EBEBEB"/>
                </a:solidFill>
                <a:prstDash val="solid"/>
                <a:round/>
              </a:ln>
            </p:spPr>
            <p:txBody>
              <a:bodyPr rtlCol="0" anchor="ctr"/>
              <a:lstStyle/>
              <a:p>
                <a:endParaRPr lang="en-GB"/>
              </a:p>
            </p:txBody>
          </p:sp>
          <p:sp>
            <p:nvSpPr>
              <p:cNvPr id="110" name="Free-form: Shape 109">
                <a:extLst>
                  <a:ext uri="{FF2B5EF4-FFF2-40B4-BE49-F238E27FC236}">
                    <a16:creationId xmlns:a16="http://schemas.microsoft.com/office/drawing/2014/main" id="{29522C60-CF14-9676-B8D5-C53FF023E224}"/>
                  </a:ext>
                </a:extLst>
              </p:cNvPr>
              <p:cNvSpPr/>
              <p:nvPr/>
            </p:nvSpPr>
            <p:spPr>
              <a:xfrm>
                <a:off x="6459317" y="3738429"/>
                <a:ext cx="1449544" cy="14332"/>
              </a:xfrm>
              <a:custGeom>
                <a:avLst/>
                <a:gdLst>
                  <a:gd name="connsiteX0" fmla="*/ 0 w 1449544"/>
                  <a:gd name="connsiteY0" fmla="*/ 0 h 14332"/>
                  <a:gd name="connsiteX1" fmla="*/ 1449544 w 1449544"/>
                  <a:gd name="connsiteY1" fmla="*/ 0 h 14332"/>
                </a:gdLst>
                <a:ahLst/>
                <a:cxnLst>
                  <a:cxn ang="0">
                    <a:pos x="connsiteX0" y="connsiteY0"/>
                  </a:cxn>
                  <a:cxn ang="0">
                    <a:pos x="connsiteX1" y="connsiteY1"/>
                  </a:cxn>
                </a:cxnLst>
                <a:rect l="l" t="t" r="r" b="b"/>
                <a:pathLst>
                  <a:path w="1449544" h="14332">
                    <a:moveTo>
                      <a:pt x="0" y="0"/>
                    </a:moveTo>
                    <a:lnTo>
                      <a:pt x="1449544" y="0"/>
                    </a:lnTo>
                  </a:path>
                </a:pathLst>
              </a:custGeom>
              <a:noFill/>
              <a:ln w="9026" cap="flat">
                <a:solidFill>
                  <a:srgbClr val="EBEBEB"/>
                </a:solidFill>
                <a:prstDash val="solid"/>
                <a:round/>
              </a:ln>
            </p:spPr>
            <p:txBody>
              <a:bodyPr rtlCol="0" anchor="ctr"/>
              <a:lstStyle/>
              <a:p>
                <a:endParaRPr lang="en-GB"/>
              </a:p>
            </p:txBody>
          </p:sp>
          <p:sp>
            <p:nvSpPr>
              <p:cNvPr id="111" name="Free-form: Shape 110">
                <a:extLst>
                  <a:ext uri="{FF2B5EF4-FFF2-40B4-BE49-F238E27FC236}">
                    <a16:creationId xmlns:a16="http://schemas.microsoft.com/office/drawing/2014/main" id="{2F233984-3406-9683-9FE8-8FC624AD21BC}"/>
                  </a:ext>
                </a:extLst>
              </p:cNvPr>
              <p:cNvSpPr/>
              <p:nvPr/>
            </p:nvSpPr>
            <p:spPr>
              <a:xfrm>
                <a:off x="6459317" y="2464739"/>
                <a:ext cx="1449544" cy="14332"/>
              </a:xfrm>
              <a:custGeom>
                <a:avLst/>
                <a:gdLst>
                  <a:gd name="connsiteX0" fmla="*/ 0 w 1449544"/>
                  <a:gd name="connsiteY0" fmla="*/ 0 h 14332"/>
                  <a:gd name="connsiteX1" fmla="*/ 1449544 w 1449544"/>
                  <a:gd name="connsiteY1" fmla="*/ 0 h 14332"/>
                </a:gdLst>
                <a:ahLst/>
                <a:cxnLst>
                  <a:cxn ang="0">
                    <a:pos x="connsiteX0" y="connsiteY0"/>
                  </a:cxn>
                  <a:cxn ang="0">
                    <a:pos x="connsiteX1" y="connsiteY1"/>
                  </a:cxn>
                </a:cxnLst>
                <a:rect l="l" t="t" r="r" b="b"/>
                <a:pathLst>
                  <a:path w="1449544" h="14332">
                    <a:moveTo>
                      <a:pt x="0" y="0"/>
                    </a:moveTo>
                    <a:lnTo>
                      <a:pt x="1449544" y="0"/>
                    </a:lnTo>
                  </a:path>
                </a:pathLst>
              </a:custGeom>
              <a:noFill/>
              <a:ln w="9026" cap="flat">
                <a:solidFill>
                  <a:srgbClr val="EBEBEB"/>
                </a:solidFill>
                <a:prstDash val="solid"/>
                <a:round/>
              </a:ln>
            </p:spPr>
            <p:txBody>
              <a:bodyPr rtlCol="0" anchor="ctr"/>
              <a:lstStyle/>
              <a:p>
                <a:endParaRPr lang="en-GB"/>
              </a:p>
            </p:txBody>
          </p:sp>
          <p:sp>
            <p:nvSpPr>
              <p:cNvPr id="112" name="Free-form: Shape 111">
                <a:extLst>
                  <a:ext uri="{FF2B5EF4-FFF2-40B4-BE49-F238E27FC236}">
                    <a16:creationId xmlns:a16="http://schemas.microsoft.com/office/drawing/2014/main" id="{1324B8B4-28C8-A22F-93F6-DEA3CC12B162}"/>
                  </a:ext>
                </a:extLst>
              </p:cNvPr>
              <p:cNvSpPr/>
              <p:nvPr/>
            </p:nvSpPr>
            <p:spPr>
              <a:xfrm>
                <a:off x="6459317" y="1190905"/>
                <a:ext cx="1449544" cy="14332"/>
              </a:xfrm>
              <a:custGeom>
                <a:avLst/>
                <a:gdLst>
                  <a:gd name="connsiteX0" fmla="*/ 0 w 1449544"/>
                  <a:gd name="connsiteY0" fmla="*/ 0 h 14332"/>
                  <a:gd name="connsiteX1" fmla="*/ 1449544 w 1449544"/>
                  <a:gd name="connsiteY1" fmla="*/ 0 h 14332"/>
                </a:gdLst>
                <a:ahLst/>
                <a:cxnLst>
                  <a:cxn ang="0">
                    <a:pos x="connsiteX0" y="connsiteY0"/>
                  </a:cxn>
                  <a:cxn ang="0">
                    <a:pos x="connsiteX1" y="connsiteY1"/>
                  </a:cxn>
                </a:cxnLst>
                <a:rect l="l" t="t" r="r" b="b"/>
                <a:pathLst>
                  <a:path w="1449544" h="14332">
                    <a:moveTo>
                      <a:pt x="0" y="0"/>
                    </a:moveTo>
                    <a:lnTo>
                      <a:pt x="1449544" y="0"/>
                    </a:lnTo>
                  </a:path>
                </a:pathLst>
              </a:custGeom>
              <a:noFill/>
              <a:ln w="9026" cap="flat">
                <a:solidFill>
                  <a:srgbClr val="EBEBEB"/>
                </a:solidFill>
                <a:prstDash val="solid"/>
                <a:round/>
              </a:ln>
            </p:spPr>
            <p:txBody>
              <a:bodyPr rtlCol="0" anchor="ctr"/>
              <a:lstStyle/>
              <a:p>
                <a:endParaRPr lang="en-GB"/>
              </a:p>
            </p:txBody>
          </p:sp>
          <p:sp>
            <p:nvSpPr>
              <p:cNvPr id="113" name="Free-form: Shape 112">
                <a:extLst>
                  <a:ext uri="{FF2B5EF4-FFF2-40B4-BE49-F238E27FC236}">
                    <a16:creationId xmlns:a16="http://schemas.microsoft.com/office/drawing/2014/main" id="{712FA43B-816D-9ED4-F5A5-9A6F7E783F1B}"/>
                  </a:ext>
                </a:extLst>
              </p:cNvPr>
              <p:cNvSpPr/>
              <p:nvPr/>
            </p:nvSpPr>
            <p:spPr>
              <a:xfrm>
                <a:off x="6459317" y="5649036"/>
                <a:ext cx="1449544" cy="14332"/>
              </a:xfrm>
              <a:custGeom>
                <a:avLst/>
                <a:gdLst>
                  <a:gd name="connsiteX0" fmla="*/ 0 w 1449544"/>
                  <a:gd name="connsiteY0" fmla="*/ 0 h 14332"/>
                  <a:gd name="connsiteX1" fmla="*/ 1449544 w 1449544"/>
                  <a:gd name="connsiteY1" fmla="*/ 0 h 14332"/>
                </a:gdLst>
                <a:ahLst/>
                <a:cxnLst>
                  <a:cxn ang="0">
                    <a:pos x="connsiteX0" y="connsiteY0"/>
                  </a:cxn>
                  <a:cxn ang="0">
                    <a:pos x="connsiteX1" y="connsiteY1"/>
                  </a:cxn>
                </a:cxnLst>
                <a:rect l="l" t="t" r="r" b="b"/>
                <a:pathLst>
                  <a:path w="1449544" h="14332">
                    <a:moveTo>
                      <a:pt x="0" y="0"/>
                    </a:moveTo>
                    <a:lnTo>
                      <a:pt x="1449544" y="0"/>
                    </a:lnTo>
                  </a:path>
                </a:pathLst>
              </a:custGeom>
              <a:noFill/>
              <a:ln w="18052" cap="flat">
                <a:solidFill>
                  <a:srgbClr val="EBEBEB"/>
                </a:solidFill>
                <a:prstDash val="solid"/>
                <a:round/>
              </a:ln>
            </p:spPr>
            <p:txBody>
              <a:bodyPr rtlCol="0" anchor="ctr"/>
              <a:lstStyle/>
              <a:p>
                <a:endParaRPr lang="en-GB"/>
              </a:p>
            </p:txBody>
          </p:sp>
          <p:sp>
            <p:nvSpPr>
              <p:cNvPr id="114" name="Free-form: Shape 113">
                <a:extLst>
                  <a:ext uri="{FF2B5EF4-FFF2-40B4-BE49-F238E27FC236}">
                    <a16:creationId xmlns:a16="http://schemas.microsoft.com/office/drawing/2014/main" id="{CEF23F4E-9661-AF81-5ED6-AD660BFC1A8F}"/>
                  </a:ext>
                </a:extLst>
              </p:cNvPr>
              <p:cNvSpPr/>
              <p:nvPr/>
            </p:nvSpPr>
            <p:spPr>
              <a:xfrm>
                <a:off x="6459317" y="4375345"/>
                <a:ext cx="1449544" cy="14332"/>
              </a:xfrm>
              <a:custGeom>
                <a:avLst/>
                <a:gdLst>
                  <a:gd name="connsiteX0" fmla="*/ 0 w 1449544"/>
                  <a:gd name="connsiteY0" fmla="*/ 0 h 14332"/>
                  <a:gd name="connsiteX1" fmla="*/ 1449544 w 1449544"/>
                  <a:gd name="connsiteY1" fmla="*/ 0 h 14332"/>
                </a:gdLst>
                <a:ahLst/>
                <a:cxnLst>
                  <a:cxn ang="0">
                    <a:pos x="connsiteX0" y="connsiteY0"/>
                  </a:cxn>
                  <a:cxn ang="0">
                    <a:pos x="connsiteX1" y="connsiteY1"/>
                  </a:cxn>
                </a:cxnLst>
                <a:rect l="l" t="t" r="r" b="b"/>
                <a:pathLst>
                  <a:path w="1449544" h="14332">
                    <a:moveTo>
                      <a:pt x="0" y="0"/>
                    </a:moveTo>
                    <a:lnTo>
                      <a:pt x="1449544" y="0"/>
                    </a:lnTo>
                  </a:path>
                </a:pathLst>
              </a:custGeom>
              <a:noFill/>
              <a:ln w="18052" cap="flat">
                <a:solidFill>
                  <a:srgbClr val="EBEBEB"/>
                </a:solidFill>
                <a:prstDash val="solid"/>
                <a:round/>
              </a:ln>
            </p:spPr>
            <p:txBody>
              <a:bodyPr rtlCol="0" anchor="ctr"/>
              <a:lstStyle/>
              <a:p>
                <a:endParaRPr lang="en-GB"/>
              </a:p>
            </p:txBody>
          </p:sp>
          <p:sp>
            <p:nvSpPr>
              <p:cNvPr id="115" name="Free-form: Shape 114">
                <a:extLst>
                  <a:ext uri="{FF2B5EF4-FFF2-40B4-BE49-F238E27FC236}">
                    <a16:creationId xmlns:a16="http://schemas.microsoft.com/office/drawing/2014/main" id="{527F2DE3-318E-B1C6-31E3-D7E163AEFE50}"/>
                  </a:ext>
                </a:extLst>
              </p:cNvPr>
              <p:cNvSpPr/>
              <p:nvPr/>
            </p:nvSpPr>
            <p:spPr>
              <a:xfrm>
                <a:off x="6459317" y="3101512"/>
                <a:ext cx="1449544" cy="14332"/>
              </a:xfrm>
              <a:custGeom>
                <a:avLst/>
                <a:gdLst>
                  <a:gd name="connsiteX0" fmla="*/ 0 w 1449544"/>
                  <a:gd name="connsiteY0" fmla="*/ 0 h 14332"/>
                  <a:gd name="connsiteX1" fmla="*/ 1449544 w 1449544"/>
                  <a:gd name="connsiteY1" fmla="*/ 0 h 14332"/>
                </a:gdLst>
                <a:ahLst/>
                <a:cxnLst>
                  <a:cxn ang="0">
                    <a:pos x="connsiteX0" y="connsiteY0"/>
                  </a:cxn>
                  <a:cxn ang="0">
                    <a:pos x="connsiteX1" y="connsiteY1"/>
                  </a:cxn>
                </a:cxnLst>
                <a:rect l="l" t="t" r="r" b="b"/>
                <a:pathLst>
                  <a:path w="1449544" h="14332">
                    <a:moveTo>
                      <a:pt x="0" y="0"/>
                    </a:moveTo>
                    <a:lnTo>
                      <a:pt x="1449544" y="0"/>
                    </a:lnTo>
                  </a:path>
                </a:pathLst>
              </a:custGeom>
              <a:noFill/>
              <a:ln w="18052" cap="flat">
                <a:solidFill>
                  <a:srgbClr val="EBEBEB"/>
                </a:solidFill>
                <a:prstDash val="solid"/>
                <a:round/>
              </a:ln>
            </p:spPr>
            <p:txBody>
              <a:bodyPr rtlCol="0" anchor="ctr"/>
              <a:lstStyle/>
              <a:p>
                <a:endParaRPr lang="en-GB"/>
              </a:p>
            </p:txBody>
          </p:sp>
          <p:sp>
            <p:nvSpPr>
              <p:cNvPr id="116" name="Free-form: Shape 115">
                <a:extLst>
                  <a:ext uri="{FF2B5EF4-FFF2-40B4-BE49-F238E27FC236}">
                    <a16:creationId xmlns:a16="http://schemas.microsoft.com/office/drawing/2014/main" id="{13A456EE-D1C4-D566-4DA0-1E78F0930B4D}"/>
                  </a:ext>
                </a:extLst>
              </p:cNvPr>
              <p:cNvSpPr/>
              <p:nvPr/>
            </p:nvSpPr>
            <p:spPr>
              <a:xfrm>
                <a:off x="6459317" y="1827822"/>
                <a:ext cx="1449544" cy="14332"/>
              </a:xfrm>
              <a:custGeom>
                <a:avLst/>
                <a:gdLst>
                  <a:gd name="connsiteX0" fmla="*/ 0 w 1449544"/>
                  <a:gd name="connsiteY0" fmla="*/ 0 h 14332"/>
                  <a:gd name="connsiteX1" fmla="*/ 1449544 w 1449544"/>
                  <a:gd name="connsiteY1" fmla="*/ 0 h 14332"/>
                </a:gdLst>
                <a:ahLst/>
                <a:cxnLst>
                  <a:cxn ang="0">
                    <a:pos x="connsiteX0" y="connsiteY0"/>
                  </a:cxn>
                  <a:cxn ang="0">
                    <a:pos x="connsiteX1" y="connsiteY1"/>
                  </a:cxn>
                </a:cxnLst>
                <a:rect l="l" t="t" r="r" b="b"/>
                <a:pathLst>
                  <a:path w="1449544" h="14332">
                    <a:moveTo>
                      <a:pt x="0" y="0"/>
                    </a:moveTo>
                    <a:lnTo>
                      <a:pt x="1449544" y="0"/>
                    </a:lnTo>
                  </a:path>
                </a:pathLst>
              </a:custGeom>
              <a:noFill/>
              <a:ln w="18052" cap="flat">
                <a:solidFill>
                  <a:srgbClr val="EBEBEB"/>
                </a:solidFill>
                <a:prstDash val="solid"/>
                <a:round/>
              </a:ln>
            </p:spPr>
            <p:txBody>
              <a:bodyPr rtlCol="0" anchor="ctr"/>
              <a:lstStyle/>
              <a:p>
                <a:endParaRPr lang="en-GB"/>
              </a:p>
            </p:txBody>
          </p:sp>
          <p:sp>
            <p:nvSpPr>
              <p:cNvPr id="117" name="Free-form: Shape 116">
                <a:extLst>
                  <a:ext uri="{FF2B5EF4-FFF2-40B4-BE49-F238E27FC236}">
                    <a16:creationId xmlns:a16="http://schemas.microsoft.com/office/drawing/2014/main" id="{4DD9168A-4D0A-18C1-444C-D8A78D9DBEC3}"/>
                  </a:ext>
                </a:extLst>
              </p:cNvPr>
              <p:cNvSpPr/>
              <p:nvPr/>
            </p:nvSpPr>
            <p:spPr>
              <a:xfrm>
                <a:off x="6565375"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118" name="Free-form: Shape 117">
                <a:extLst>
                  <a:ext uri="{FF2B5EF4-FFF2-40B4-BE49-F238E27FC236}">
                    <a16:creationId xmlns:a16="http://schemas.microsoft.com/office/drawing/2014/main" id="{D1917EA3-1A17-1A32-0FB1-6EA3D482AC5A}"/>
                  </a:ext>
                </a:extLst>
              </p:cNvPr>
              <p:cNvSpPr/>
              <p:nvPr/>
            </p:nvSpPr>
            <p:spPr>
              <a:xfrm>
                <a:off x="6742089"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119" name="Free-form: Shape 118">
                <a:extLst>
                  <a:ext uri="{FF2B5EF4-FFF2-40B4-BE49-F238E27FC236}">
                    <a16:creationId xmlns:a16="http://schemas.microsoft.com/office/drawing/2014/main" id="{56746BC5-1B26-ACC8-0D28-BE2F1806BCD3}"/>
                  </a:ext>
                </a:extLst>
              </p:cNvPr>
              <p:cNvSpPr/>
              <p:nvPr/>
            </p:nvSpPr>
            <p:spPr>
              <a:xfrm>
                <a:off x="6918947"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120" name="Free-form: Shape 119">
                <a:extLst>
                  <a:ext uri="{FF2B5EF4-FFF2-40B4-BE49-F238E27FC236}">
                    <a16:creationId xmlns:a16="http://schemas.microsoft.com/office/drawing/2014/main" id="{8A7BB04E-A85B-6CF3-E064-CD79816B3B57}"/>
                  </a:ext>
                </a:extLst>
              </p:cNvPr>
              <p:cNvSpPr/>
              <p:nvPr/>
            </p:nvSpPr>
            <p:spPr>
              <a:xfrm>
                <a:off x="7095661"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121" name="Free-form: Shape 120">
                <a:extLst>
                  <a:ext uri="{FF2B5EF4-FFF2-40B4-BE49-F238E27FC236}">
                    <a16:creationId xmlns:a16="http://schemas.microsoft.com/office/drawing/2014/main" id="{EAF30B40-75CA-2E5A-D1E2-0744542D407B}"/>
                  </a:ext>
                </a:extLst>
              </p:cNvPr>
              <p:cNvSpPr/>
              <p:nvPr/>
            </p:nvSpPr>
            <p:spPr>
              <a:xfrm>
                <a:off x="7272518"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122" name="Free-form: Shape 121">
                <a:extLst>
                  <a:ext uri="{FF2B5EF4-FFF2-40B4-BE49-F238E27FC236}">
                    <a16:creationId xmlns:a16="http://schemas.microsoft.com/office/drawing/2014/main" id="{00BD3869-8E92-9ABC-0E69-2B6DF032D8E9}"/>
                  </a:ext>
                </a:extLst>
              </p:cNvPr>
              <p:cNvSpPr/>
              <p:nvPr/>
            </p:nvSpPr>
            <p:spPr>
              <a:xfrm>
                <a:off x="7449233"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123" name="Free-form: Shape 122">
                <a:extLst>
                  <a:ext uri="{FF2B5EF4-FFF2-40B4-BE49-F238E27FC236}">
                    <a16:creationId xmlns:a16="http://schemas.microsoft.com/office/drawing/2014/main" id="{6AC67113-B029-FA2D-F0CF-68D148588326}"/>
                  </a:ext>
                </a:extLst>
              </p:cNvPr>
              <p:cNvSpPr/>
              <p:nvPr/>
            </p:nvSpPr>
            <p:spPr>
              <a:xfrm>
                <a:off x="7626090"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124" name="Free-form: Shape 123">
                <a:extLst>
                  <a:ext uri="{FF2B5EF4-FFF2-40B4-BE49-F238E27FC236}">
                    <a16:creationId xmlns:a16="http://schemas.microsoft.com/office/drawing/2014/main" id="{A543E09F-BA08-5000-3115-D5D51D7C9C60}"/>
                  </a:ext>
                </a:extLst>
              </p:cNvPr>
              <p:cNvSpPr/>
              <p:nvPr/>
            </p:nvSpPr>
            <p:spPr>
              <a:xfrm>
                <a:off x="7802805"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125" name="Free-form: Shape 124">
                <a:extLst>
                  <a:ext uri="{FF2B5EF4-FFF2-40B4-BE49-F238E27FC236}">
                    <a16:creationId xmlns:a16="http://schemas.microsoft.com/office/drawing/2014/main" id="{4298FCB6-F15D-8B24-0D57-9EBDD201A799}"/>
                  </a:ext>
                </a:extLst>
              </p:cNvPr>
              <p:cNvSpPr/>
              <p:nvPr/>
            </p:nvSpPr>
            <p:spPr>
              <a:xfrm>
                <a:off x="7033890" y="4483123"/>
                <a:ext cx="123685" cy="1165913"/>
              </a:xfrm>
              <a:custGeom>
                <a:avLst/>
                <a:gdLst>
                  <a:gd name="connsiteX0" fmla="*/ 0 w 123685"/>
                  <a:gd name="connsiteY0" fmla="*/ 0 h 1165913"/>
                  <a:gd name="connsiteX1" fmla="*/ 123686 w 123685"/>
                  <a:gd name="connsiteY1" fmla="*/ 0 h 1165913"/>
                  <a:gd name="connsiteX2" fmla="*/ 123686 w 123685"/>
                  <a:gd name="connsiteY2" fmla="*/ 1165913 h 1165913"/>
                  <a:gd name="connsiteX3" fmla="*/ 0 w 123685"/>
                  <a:gd name="connsiteY3" fmla="*/ 1165913 h 1165913"/>
                </a:gdLst>
                <a:ahLst/>
                <a:cxnLst>
                  <a:cxn ang="0">
                    <a:pos x="connsiteX0" y="connsiteY0"/>
                  </a:cxn>
                  <a:cxn ang="0">
                    <a:pos x="connsiteX1" y="connsiteY1"/>
                  </a:cxn>
                  <a:cxn ang="0">
                    <a:pos x="connsiteX2" y="connsiteY2"/>
                  </a:cxn>
                  <a:cxn ang="0">
                    <a:pos x="connsiteX3" y="connsiteY3"/>
                  </a:cxn>
                </a:cxnLst>
                <a:rect l="l" t="t" r="r" b="b"/>
                <a:pathLst>
                  <a:path w="123685" h="1165913">
                    <a:moveTo>
                      <a:pt x="0" y="0"/>
                    </a:moveTo>
                    <a:lnTo>
                      <a:pt x="123686" y="0"/>
                    </a:lnTo>
                    <a:lnTo>
                      <a:pt x="123686" y="1165913"/>
                    </a:lnTo>
                    <a:lnTo>
                      <a:pt x="0" y="1165913"/>
                    </a:lnTo>
                    <a:close/>
                  </a:path>
                </a:pathLst>
              </a:custGeom>
              <a:solidFill>
                <a:srgbClr val="277F8E"/>
              </a:solidFill>
              <a:ln w="15330" cap="flat">
                <a:noFill/>
                <a:prstDash val="solid"/>
                <a:miter/>
              </a:ln>
            </p:spPr>
            <p:txBody>
              <a:bodyPr rtlCol="0" anchor="ctr"/>
              <a:lstStyle/>
              <a:p>
                <a:endParaRPr lang="en-GB"/>
              </a:p>
            </p:txBody>
          </p:sp>
          <p:sp>
            <p:nvSpPr>
              <p:cNvPr id="126" name="Free-form: Shape 125">
                <a:extLst>
                  <a:ext uri="{FF2B5EF4-FFF2-40B4-BE49-F238E27FC236}">
                    <a16:creationId xmlns:a16="http://schemas.microsoft.com/office/drawing/2014/main" id="{698B582C-ED9F-A8DC-D56D-F6FED6CA7085}"/>
                  </a:ext>
                </a:extLst>
              </p:cNvPr>
              <p:cNvSpPr/>
              <p:nvPr/>
            </p:nvSpPr>
            <p:spPr>
              <a:xfrm>
                <a:off x="6680318" y="4798858"/>
                <a:ext cx="123685" cy="850177"/>
              </a:xfrm>
              <a:custGeom>
                <a:avLst/>
                <a:gdLst>
                  <a:gd name="connsiteX0" fmla="*/ 0 w 123685"/>
                  <a:gd name="connsiteY0" fmla="*/ 0 h 850177"/>
                  <a:gd name="connsiteX1" fmla="*/ 123686 w 123685"/>
                  <a:gd name="connsiteY1" fmla="*/ 0 h 850177"/>
                  <a:gd name="connsiteX2" fmla="*/ 123686 w 123685"/>
                  <a:gd name="connsiteY2" fmla="*/ 850178 h 850177"/>
                  <a:gd name="connsiteX3" fmla="*/ 0 w 123685"/>
                  <a:gd name="connsiteY3" fmla="*/ 850178 h 850177"/>
                </a:gdLst>
                <a:ahLst/>
                <a:cxnLst>
                  <a:cxn ang="0">
                    <a:pos x="connsiteX0" y="connsiteY0"/>
                  </a:cxn>
                  <a:cxn ang="0">
                    <a:pos x="connsiteX1" y="connsiteY1"/>
                  </a:cxn>
                  <a:cxn ang="0">
                    <a:pos x="connsiteX2" y="connsiteY2"/>
                  </a:cxn>
                  <a:cxn ang="0">
                    <a:pos x="connsiteX3" y="connsiteY3"/>
                  </a:cxn>
                </a:cxnLst>
                <a:rect l="l" t="t" r="r" b="b"/>
                <a:pathLst>
                  <a:path w="123685" h="850177">
                    <a:moveTo>
                      <a:pt x="0" y="0"/>
                    </a:moveTo>
                    <a:lnTo>
                      <a:pt x="123686" y="0"/>
                    </a:lnTo>
                    <a:lnTo>
                      <a:pt x="123686" y="850178"/>
                    </a:lnTo>
                    <a:lnTo>
                      <a:pt x="0" y="850178"/>
                    </a:lnTo>
                    <a:close/>
                  </a:path>
                </a:pathLst>
              </a:custGeom>
              <a:solidFill>
                <a:srgbClr val="46337E"/>
              </a:solidFill>
              <a:ln w="15330" cap="flat">
                <a:noFill/>
                <a:prstDash val="solid"/>
                <a:miter/>
              </a:ln>
            </p:spPr>
            <p:txBody>
              <a:bodyPr rtlCol="0" anchor="ctr"/>
              <a:lstStyle/>
              <a:p>
                <a:endParaRPr lang="en-GB"/>
              </a:p>
            </p:txBody>
          </p:sp>
          <p:sp>
            <p:nvSpPr>
              <p:cNvPr id="127" name="Free-form: Shape 126">
                <a:extLst>
                  <a:ext uri="{FF2B5EF4-FFF2-40B4-BE49-F238E27FC236}">
                    <a16:creationId xmlns:a16="http://schemas.microsoft.com/office/drawing/2014/main" id="{8C95D03D-3AE8-4F42-0DB4-802BD4F74EF5}"/>
                  </a:ext>
                </a:extLst>
              </p:cNvPr>
              <p:cNvSpPr/>
              <p:nvPr/>
            </p:nvSpPr>
            <p:spPr>
              <a:xfrm>
                <a:off x="7387318" y="4875391"/>
                <a:ext cx="123685" cy="773644"/>
              </a:xfrm>
              <a:custGeom>
                <a:avLst/>
                <a:gdLst>
                  <a:gd name="connsiteX0" fmla="*/ 0 w 123685"/>
                  <a:gd name="connsiteY0" fmla="*/ 0 h 773644"/>
                  <a:gd name="connsiteX1" fmla="*/ 123686 w 123685"/>
                  <a:gd name="connsiteY1" fmla="*/ 0 h 773644"/>
                  <a:gd name="connsiteX2" fmla="*/ 123686 w 123685"/>
                  <a:gd name="connsiteY2" fmla="*/ 773645 h 773644"/>
                  <a:gd name="connsiteX3" fmla="*/ 0 w 123685"/>
                  <a:gd name="connsiteY3" fmla="*/ 773645 h 773644"/>
                </a:gdLst>
                <a:ahLst/>
                <a:cxnLst>
                  <a:cxn ang="0">
                    <a:pos x="connsiteX0" y="connsiteY0"/>
                  </a:cxn>
                  <a:cxn ang="0">
                    <a:pos x="connsiteX1" y="connsiteY1"/>
                  </a:cxn>
                  <a:cxn ang="0">
                    <a:pos x="connsiteX2" y="connsiteY2"/>
                  </a:cxn>
                  <a:cxn ang="0">
                    <a:pos x="connsiteX3" y="connsiteY3"/>
                  </a:cxn>
                </a:cxnLst>
                <a:rect l="l" t="t" r="r" b="b"/>
                <a:pathLst>
                  <a:path w="123685" h="773644">
                    <a:moveTo>
                      <a:pt x="0" y="0"/>
                    </a:moveTo>
                    <a:lnTo>
                      <a:pt x="123686" y="0"/>
                    </a:lnTo>
                    <a:lnTo>
                      <a:pt x="123686" y="773645"/>
                    </a:lnTo>
                    <a:lnTo>
                      <a:pt x="0" y="773645"/>
                    </a:lnTo>
                    <a:close/>
                  </a:path>
                </a:pathLst>
              </a:custGeom>
              <a:solidFill>
                <a:srgbClr val="4AC16D"/>
              </a:solidFill>
              <a:ln w="15330" cap="flat">
                <a:noFill/>
                <a:prstDash val="solid"/>
                <a:miter/>
              </a:ln>
            </p:spPr>
            <p:txBody>
              <a:bodyPr rtlCol="0" anchor="ctr"/>
              <a:lstStyle/>
              <a:p>
                <a:endParaRPr lang="en-GB"/>
              </a:p>
            </p:txBody>
          </p:sp>
          <p:sp>
            <p:nvSpPr>
              <p:cNvPr id="128" name="Free-form: Shape 127">
                <a:extLst>
                  <a:ext uri="{FF2B5EF4-FFF2-40B4-BE49-F238E27FC236}">
                    <a16:creationId xmlns:a16="http://schemas.microsoft.com/office/drawing/2014/main" id="{7F2AD2E2-9182-E9E4-179B-7ED36B01FF9E}"/>
                  </a:ext>
                </a:extLst>
              </p:cNvPr>
              <p:cNvSpPr/>
              <p:nvPr/>
            </p:nvSpPr>
            <p:spPr>
              <a:xfrm>
                <a:off x="7740890" y="4922400"/>
                <a:ext cx="123685" cy="726635"/>
              </a:xfrm>
              <a:custGeom>
                <a:avLst/>
                <a:gdLst>
                  <a:gd name="connsiteX0" fmla="*/ 0 w 123685"/>
                  <a:gd name="connsiteY0" fmla="*/ 0 h 726635"/>
                  <a:gd name="connsiteX1" fmla="*/ 123686 w 123685"/>
                  <a:gd name="connsiteY1" fmla="*/ 0 h 726635"/>
                  <a:gd name="connsiteX2" fmla="*/ 123686 w 123685"/>
                  <a:gd name="connsiteY2" fmla="*/ 726636 h 726635"/>
                  <a:gd name="connsiteX3" fmla="*/ 0 w 123685"/>
                  <a:gd name="connsiteY3" fmla="*/ 726636 h 726635"/>
                </a:gdLst>
                <a:ahLst/>
                <a:cxnLst>
                  <a:cxn ang="0">
                    <a:pos x="connsiteX0" y="connsiteY0"/>
                  </a:cxn>
                  <a:cxn ang="0">
                    <a:pos x="connsiteX1" y="connsiteY1"/>
                  </a:cxn>
                  <a:cxn ang="0">
                    <a:pos x="connsiteX2" y="connsiteY2"/>
                  </a:cxn>
                  <a:cxn ang="0">
                    <a:pos x="connsiteX3" y="connsiteY3"/>
                  </a:cxn>
                </a:cxnLst>
                <a:rect l="l" t="t" r="r" b="b"/>
                <a:pathLst>
                  <a:path w="123685" h="726635">
                    <a:moveTo>
                      <a:pt x="0" y="0"/>
                    </a:moveTo>
                    <a:lnTo>
                      <a:pt x="123686" y="0"/>
                    </a:lnTo>
                    <a:lnTo>
                      <a:pt x="123686" y="726636"/>
                    </a:lnTo>
                    <a:lnTo>
                      <a:pt x="0" y="726636"/>
                    </a:lnTo>
                    <a:close/>
                  </a:path>
                </a:pathLst>
              </a:custGeom>
              <a:solidFill>
                <a:srgbClr val="FDE725"/>
              </a:solidFill>
              <a:ln w="15330" cap="flat">
                <a:noFill/>
                <a:prstDash val="solid"/>
                <a:miter/>
              </a:ln>
            </p:spPr>
            <p:txBody>
              <a:bodyPr rtlCol="0" anchor="ctr"/>
              <a:lstStyle/>
              <a:p>
                <a:endParaRPr lang="en-GB"/>
              </a:p>
            </p:txBody>
          </p:sp>
          <p:sp>
            <p:nvSpPr>
              <p:cNvPr id="129" name="Free-form: Shape 128">
                <a:extLst>
                  <a:ext uri="{FF2B5EF4-FFF2-40B4-BE49-F238E27FC236}">
                    <a16:creationId xmlns:a16="http://schemas.microsoft.com/office/drawing/2014/main" id="{278968E6-325C-43C2-2922-F27C7ECD0483}"/>
                  </a:ext>
                </a:extLst>
              </p:cNvPr>
              <p:cNvSpPr/>
              <p:nvPr/>
            </p:nvSpPr>
            <p:spPr>
              <a:xfrm>
                <a:off x="7033890" y="3317209"/>
                <a:ext cx="123685" cy="1165913"/>
              </a:xfrm>
              <a:custGeom>
                <a:avLst/>
                <a:gdLst>
                  <a:gd name="connsiteX0" fmla="*/ 0 w 123685"/>
                  <a:gd name="connsiteY0" fmla="*/ 0 h 1165913"/>
                  <a:gd name="connsiteX1" fmla="*/ 123686 w 123685"/>
                  <a:gd name="connsiteY1" fmla="*/ 0 h 1165913"/>
                  <a:gd name="connsiteX2" fmla="*/ 123686 w 123685"/>
                  <a:gd name="connsiteY2" fmla="*/ 1165913 h 1165913"/>
                  <a:gd name="connsiteX3" fmla="*/ 0 w 123685"/>
                  <a:gd name="connsiteY3" fmla="*/ 1165913 h 1165913"/>
                </a:gdLst>
                <a:ahLst/>
                <a:cxnLst>
                  <a:cxn ang="0">
                    <a:pos x="connsiteX0" y="connsiteY0"/>
                  </a:cxn>
                  <a:cxn ang="0">
                    <a:pos x="connsiteX1" y="connsiteY1"/>
                  </a:cxn>
                  <a:cxn ang="0">
                    <a:pos x="connsiteX2" y="connsiteY2"/>
                  </a:cxn>
                  <a:cxn ang="0">
                    <a:pos x="connsiteX3" y="connsiteY3"/>
                  </a:cxn>
                </a:cxnLst>
                <a:rect l="l" t="t" r="r" b="b"/>
                <a:pathLst>
                  <a:path w="123685" h="1165913">
                    <a:moveTo>
                      <a:pt x="0" y="0"/>
                    </a:moveTo>
                    <a:lnTo>
                      <a:pt x="123686" y="0"/>
                    </a:lnTo>
                    <a:lnTo>
                      <a:pt x="123686" y="1165913"/>
                    </a:lnTo>
                    <a:lnTo>
                      <a:pt x="0" y="1165913"/>
                    </a:lnTo>
                    <a:close/>
                  </a:path>
                </a:pathLst>
              </a:custGeom>
              <a:solidFill>
                <a:srgbClr val="277F8E"/>
              </a:solidFill>
              <a:ln w="15330" cap="flat">
                <a:noFill/>
                <a:prstDash val="solid"/>
                <a:miter/>
              </a:ln>
            </p:spPr>
            <p:txBody>
              <a:bodyPr rtlCol="0" anchor="ctr"/>
              <a:lstStyle/>
              <a:p>
                <a:endParaRPr lang="en-GB"/>
              </a:p>
            </p:txBody>
          </p:sp>
          <p:sp>
            <p:nvSpPr>
              <p:cNvPr id="130" name="Free-form: Shape 129">
                <a:extLst>
                  <a:ext uri="{FF2B5EF4-FFF2-40B4-BE49-F238E27FC236}">
                    <a16:creationId xmlns:a16="http://schemas.microsoft.com/office/drawing/2014/main" id="{E1CCD85F-3E7B-346A-9AE2-1B572FB2B6D6}"/>
                  </a:ext>
                </a:extLst>
              </p:cNvPr>
              <p:cNvSpPr/>
              <p:nvPr/>
            </p:nvSpPr>
            <p:spPr>
              <a:xfrm>
                <a:off x="6680318" y="3948680"/>
                <a:ext cx="123685" cy="850177"/>
              </a:xfrm>
              <a:custGeom>
                <a:avLst/>
                <a:gdLst>
                  <a:gd name="connsiteX0" fmla="*/ 0 w 123685"/>
                  <a:gd name="connsiteY0" fmla="*/ 0 h 850177"/>
                  <a:gd name="connsiteX1" fmla="*/ 123686 w 123685"/>
                  <a:gd name="connsiteY1" fmla="*/ 0 h 850177"/>
                  <a:gd name="connsiteX2" fmla="*/ 123686 w 123685"/>
                  <a:gd name="connsiteY2" fmla="*/ 850178 h 850177"/>
                  <a:gd name="connsiteX3" fmla="*/ 0 w 123685"/>
                  <a:gd name="connsiteY3" fmla="*/ 850178 h 850177"/>
                </a:gdLst>
                <a:ahLst/>
                <a:cxnLst>
                  <a:cxn ang="0">
                    <a:pos x="connsiteX0" y="connsiteY0"/>
                  </a:cxn>
                  <a:cxn ang="0">
                    <a:pos x="connsiteX1" y="connsiteY1"/>
                  </a:cxn>
                  <a:cxn ang="0">
                    <a:pos x="connsiteX2" y="connsiteY2"/>
                  </a:cxn>
                  <a:cxn ang="0">
                    <a:pos x="connsiteX3" y="connsiteY3"/>
                  </a:cxn>
                </a:cxnLst>
                <a:rect l="l" t="t" r="r" b="b"/>
                <a:pathLst>
                  <a:path w="123685" h="850177">
                    <a:moveTo>
                      <a:pt x="0" y="0"/>
                    </a:moveTo>
                    <a:lnTo>
                      <a:pt x="123686" y="0"/>
                    </a:lnTo>
                    <a:lnTo>
                      <a:pt x="123686" y="850178"/>
                    </a:lnTo>
                    <a:lnTo>
                      <a:pt x="0" y="850178"/>
                    </a:lnTo>
                    <a:close/>
                  </a:path>
                </a:pathLst>
              </a:custGeom>
              <a:solidFill>
                <a:srgbClr val="46337E"/>
              </a:solidFill>
              <a:ln w="15330" cap="flat">
                <a:noFill/>
                <a:prstDash val="solid"/>
                <a:miter/>
              </a:ln>
            </p:spPr>
            <p:txBody>
              <a:bodyPr rtlCol="0" anchor="ctr"/>
              <a:lstStyle/>
              <a:p>
                <a:endParaRPr lang="en-GB"/>
              </a:p>
            </p:txBody>
          </p:sp>
          <p:sp>
            <p:nvSpPr>
              <p:cNvPr id="131" name="Free-form: Shape 130">
                <a:extLst>
                  <a:ext uri="{FF2B5EF4-FFF2-40B4-BE49-F238E27FC236}">
                    <a16:creationId xmlns:a16="http://schemas.microsoft.com/office/drawing/2014/main" id="{7BD49651-EFC2-8EA7-2B98-32CCB03E7F9B}"/>
                  </a:ext>
                </a:extLst>
              </p:cNvPr>
              <p:cNvSpPr/>
              <p:nvPr/>
            </p:nvSpPr>
            <p:spPr>
              <a:xfrm>
                <a:off x="7387318" y="4101746"/>
                <a:ext cx="123685" cy="773644"/>
              </a:xfrm>
              <a:custGeom>
                <a:avLst/>
                <a:gdLst>
                  <a:gd name="connsiteX0" fmla="*/ 0 w 123685"/>
                  <a:gd name="connsiteY0" fmla="*/ 0 h 773644"/>
                  <a:gd name="connsiteX1" fmla="*/ 123686 w 123685"/>
                  <a:gd name="connsiteY1" fmla="*/ 0 h 773644"/>
                  <a:gd name="connsiteX2" fmla="*/ 123686 w 123685"/>
                  <a:gd name="connsiteY2" fmla="*/ 773645 h 773644"/>
                  <a:gd name="connsiteX3" fmla="*/ 0 w 123685"/>
                  <a:gd name="connsiteY3" fmla="*/ 773645 h 773644"/>
                </a:gdLst>
                <a:ahLst/>
                <a:cxnLst>
                  <a:cxn ang="0">
                    <a:pos x="connsiteX0" y="connsiteY0"/>
                  </a:cxn>
                  <a:cxn ang="0">
                    <a:pos x="connsiteX1" y="connsiteY1"/>
                  </a:cxn>
                  <a:cxn ang="0">
                    <a:pos x="connsiteX2" y="connsiteY2"/>
                  </a:cxn>
                  <a:cxn ang="0">
                    <a:pos x="connsiteX3" y="connsiteY3"/>
                  </a:cxn>
                </a:cxnLst>
                <a:rect l="l" t="t" r="r" b="b"/>
                <a:pathLst>
                  <a:path w="123685" h="773644">
                    <a:moveTo>
                      <a:pt x="0" y="0"/>
                    </a:moveTo>
                    <a:lnTo>
                      <a:pt x="123686" y="0"/>
                    </a:lnTo>
                    <a:lnTo>
                      <a:pt x="123686" y="773645"/>
                    </a:lnTo>
                    <a:lnTo>
                      <a:pt x="0" y="773645"/>
                    </a:lnTo>
                    <a:close/>
                  </a:path>
                </a:pathLst>
              </a:custGeom>
              <a:solidFill>
                <a:srgbClr val="4AC16D"/>
              </a:solidFill>
              <a:ln w="15330" cap="flat">
                <a:noFill/>
                <a:prstDash val="solid"/>
                <a:miter/>
              </a:ln>
            </p:spPr>
            <p:txBody>
              <a:bodyPr rtlCol="0" anchor="ctr"/>
              <a:lstStyle/>
              <a:p>
                <a:endParaRPr lang="en-GB"/>
              </a:p>
            </p:txBody>
          </p:sp>
          <p:sp>
            <p:nvSpPr>
              <p:cNvPr id="132" name="Free-form: Shape 131">
                <a:extLst>
                  <a:ext uri="{FF2B5EF4-FFF2-40B4-BE49-F238E27FC236}">
                    <a16:creationId xmlns:a16="http://schemas.microsoft.com/office/drawing/2014/main" id="{A99687FB-7196-8CF3-BB03-143AE459910D}"/>
                  </a:ext>
                </a:extLst>
              </p:cNvPr>
              <p:cNvSpPr/>
              <p:nvPr/>
            </p:nvSpPr>
            <p:spPr>
              <a:xfrm>
                <a:off x="7740890" y="4195765"/>
                <a:ext cx="123685" cy="726635"/>
              </a:xfrm>
              <a:custGeom>
                <a:avLst/>
                <a:gdLst>
                  <a:gd name="connsiteX0" fmla="*/ 0 w 123685"/>
                  <a:gd name="connsiteY0" fmla="*/ 0 h 726635"/>
                  <a:gd name="connsiteX1" fmla="*/ 123686 w 123685"/>
                  <a:gd name="connsiteY1" fmla="*/ 0 h 726635"/>
                  <a:gd name="connsiteX2" fmla="*/ 123686 w 123685"/>
                  <a:gd name="connsiteY2" fmla="*/ 726636 h 726635"/>
                  <a:gd name="connsiteX3" fmla="*/ 0 w 123685"/>
                  <a:gd name="connsiteY3" fmla="*/ 726636 h 726635"/>
                </a:gdLst>
                <a:ahLst/>
                <a:cxnLst>
                  <a:cxn ang="0">
                    <a:pos x="connsiteX0" y="connsiteY0"/>
                  </a:cxn>
                  <a:cxn ang="0">
                    <a:pos x="connsiteX1" y="connsiteY1"/>
                  </a:cxn>
                  <a:cxn ang="0">
                    <a:pos x="connsiteX2" y="connsiteY2"/>
                  </a:cxn>
                  <a:cxn ang="0">
                    <a:pos x="connsiteX3" y="connsiteY3"/>
                  </a:cxn>
                </a:cxnLst>
                <a:rect l="l" t="t" r="r" b="b"/>
                <a:pathLst>
                  <a:path w="123685" h="726635">
                    <a:moveTo>
                      <a:pt x="0" y="0"/>
                    </a:moveTo>
                    <a:lnTo>
                      <a:pt x="123686" y="0"/>
                    </a:lnTo>
                    <a:lnTo>
                      <a:pt x="123686" y="726636"/>
                    </a:lnTo>
                    <a:lnTo>
                      <a:pt x="0" y="726636"/>
                    </a:lnTo>
                    <a:close/>
                  </a:path>
                </a:pathLst>
              </a:custGeom>
              <a:solidFill>
                <a:srgbClr val="FDE725"/>
              </a:solidFill>
              <a:ln w="15330" cap="flat">
                <a:noFill/>
                <a:prstDash val="solid"/>
                <a:miter/>
              </a:ln>
            </p:spPr>
            <p:txBody>
              <a:bodyPr rtlCol="0" anchor="ctr"/>
              <a:lstStyle/>
              <a:p>
                <a:endParaRPr lang="en-GB"/>
              </a:p>
            </p:txBody>
          </p:sp>
        </p:grpSp>
        <p:grpSp>
          <p:nvGrpSpPr>
            <p:cNvPr id="133" name="Graphic 11">
              <a:extLst>
                <a:ext uri="{FF2B5EF4-FFF2-40B4-BE49-F238E27FC236}">
                  <a16:creationId xmlns:a16="http://schemas.microsoft.com/office/drawing/2014/main" id="{54B4EACC-3BF3-C1E4-BCAA-31C566922BF8}"/>
                </a:ext>
              </a:extLst>
            </p:cNvPr>
            <p:cNvGrpSpPr/>
            <p:nvPr/>
          </p:nvGrpSpPr>
          <p:grpSpPr>
            <a:xfrm>
              <a:off x="8115244" y="970335"/>
              <a:ext cx="1449687" cy="4901564"/>
              <a:chOff x="8115244" y="970335"/>
              <a:chExt cx="1449687" cy="4901564"/>
            </a:xfrm>
          </p:grpSpPr>
          <p:sp>
            <p:nvSpPr>
              <p:cNvPr id="134" name="Free-form: Shape 133">
                <a:extLst>
                  <a:ext uri="{FF2B5EF4-FFF2-40B4-BE49-F238E27FC236}">
                    <a16:creationId xmlns:a16="http://schemas.microsoft.com/office/drawing/2014/main" id="{D673C9E0-4D44-54C2-8270-547AC7B08A60}"/>
                  </a:ext>
                </a:extLst>
              </p:cNvPr>
              <p:cNvSpPr/>
              <p:nvPr/>
            </p:nvSpPr>
            <p:spPr>
              <a:xfrm>
                <a:off x="8115244" y="5012119"/>
                <a:ext cx="1449687" cy="14332"/>
              </a:xfrm>
              <a:custGeom>
                <a:avLst/>
                <a:gdLst>
                  <a:gd name="connsiteX0" fmla="*/ 0 w 1449687"/>
                  <a:gd name="connsiteY0" fmla="*/ 0 h 14332"/>
                  <a:gd name="connsiteX1" fmla="*/ 1449688 w 1449687"/>
                  <a:gd name="connsiteY1" fmla="*/ 0 h 14332"/>
                </a:gdLst>
                <a:ahLst/>
                <a:cxnLst>
                  <a:cxn ang="0">
                    <a:pos x="connsiteX0" y="connsiteY0"/>
                  </a:cxn>
                  <a:cxn ang="0">
                    <a:pos x="connsiteX1" y="connsiteY1"/>
                  </a:cxn>
                </a:cxnLst>
                <a:rect l="l" t="t" r="r" b="b"/>
                <a:pathLst>
                  <a:path w="1449687" h="14332">
                    <a:moveTo>
                      <a:pt x="0" y="0"/>
                    </a:moveTo>
                    <a:lnTo>
                      <a:pt x="1449688" y="0"/>
                    </a:lnTo>
                  </a:path>
                </a:pathLst>
              </a:custGeom>
              <a:noFill/>
              <a:ln w="9026" cap="flat">
                <a:solidFill>
                  <a:srgbClr val="EBEBEB"/>
                </a:solidFill>
                <a:prstDash val="solid"/>
                <a:round/>
              </a:ln>
            </p:spPr>
            <p:txBody>
              <a:bodyPr rtlCol="0" anchor="ctr"/>
              <a:lstStyle/>
              <a:p>
                <a:endParaRPr lang="en-GB"/>
              </a:p>
            </p:txBody>
          </p:sp>
          <p:sp>
            <p:nvSpPr>
              <p:cNvPr id="135" name="Free-form: Shape 134">
                <a:extLst>
                  <a:ext uri="{FF2B5EF4-FFF2-40B4-BE49-F238E27FC236}">
                    <a16:creationId xmlns:a16="http://schemas.microsoft.com/office/drawing/2014/main" id="{86A379AC-B07B-04BE-763E-2F0C7FB860B5}"/>
                  </a:ext>
                </a:extLst>
              </p:cNvPr>
              <p:cNvSpPr/>
              <p:nvPr/>
            </p:nvSpPr>
            <p:spPr>
              <a:xfrm>
                <a:off x="8115244" y="3738429"/>
                <a:ext cx="1449687" cy="14332"/>
              </a:xfrm>
              <a:custGeom>
                <a:avLst/>
                <a:gdLst>
                  <a:gd name="connsiteX0" fmla="*/ 0 w 1449687"/>
                  <a:gd name="connsiteY0" fmla="*/ 0 h 14332"/>
                  <a:gd name="connsiteX1" fmla="*/ 1449688 w 1449687"/>
                  <a:gd name="connsiteY1" fmla="*/ 0 h 14332"/>
                </a:gdLst>
                <a:ahLst/>
                <a:cxnLst>
                  <a:cxn ang="0">
                    <a:pos x="connsiteX0" y="connsiteY0"/>
                  </a:cxn>
                  <a:cxn ang="0">
                    <a:pos x="connsiteX1" y="connsiteY1"/>
                  </a:cxn>
                </a:cxnLst>
                <a:rect l="l" t="t" r="r" b="b"/>
                <a:pathLst>
                  <a:path w="1449687" h="14332">
                    <a:moveTo>
                      <a:pt x="0" y="0"/>
                    </a:moveTo>
                    <a:lnTo>
                      <a:pt x="1449688" y="0"/>
                    </a:lnTo>
                  </a:path>
                </a:pathLst>
              </a:custGeom>
              <a:noFill/>
              <a:ln w="9026" cap="flat">
                <a:solidFill>
                  <a:srgbClr val="EBEBEB"/>
                </a:solidFill>
                <a:prstDash val="solid"/>
                <a:round/>
              </a:ln>
            </p:spPr>
            <p:txBody>
              <a:bodyPr rtlCol="0" anchor="ctr"/>
              <a:lstStyle/>
              <a:p>
                <a:endParaRPr lang="en-GB"/>
              </a:p>
            </p:txBody>
          </p:sp>
          <p:sp>
            <p:nvSpPr>
              <p:cNvPr id="136" name="Free-form: Shape 135">
                <a:extLst>
                  <a:ext uri="{FF2B5EF4-FFF2-40B4-BE49-F238E27FC236}">
                    <a16:creationId xmlns:a16="http://schemas.microsoft.com/office/drawing/2014/main" id="{E4548EBE-5348-E7DA-A912-8F6A1C5FB8C4}"/>
                  </a:ext>
                </a:extLst>
              </p:cNvPr>
              <p:cNvSpPr/>
              <p:nvPr/>
            </p:nvSpPr>
            <p:spPr>
              <a:xfrm>
                <a:off x="8115244" y="2464739"/>
                <a:ext cx="1449687" cy="14332"/>
              </a:xfrm>
              <a:custGeom>
                <a:avLst/>
                <a:gdLst>
                  <a:gd name="connsiteX0" fmla="*/ 0 w 1449687"/>
                  <a:gd name="connsiteY0" fmla="*/ 0 h 14332"/>
                  <a:gd name="connsiteX1" fmla="*/ 1449688 w 1449687"/>
                  <a:gd name="connsiteY1" fmla="*/ 0 h 14332"/>
                </a:gdLst>
                <a:ahLst/>
                <a:cxnLst>
                  <a:cxn ang="0">
                    <a:pos x="connsiteX0" y="connsiteY0"/>
                  </a:cxn>
                  <a:cxn ang="0">
                    <a:pos x="connsiteX1" y="connsiteY1"/>
                  </a:cxn>
                </a:cxnLst>
                <a:rect l="l" t="t" r="r" b="b"/>
                <a:pathLst>
                  <a:path w="1449687" h="14332">
                    <a:moveTo>
                      <a:pt x="0" y="0"/>
                    </a:moveTo>
                    <a:lnTo>
                      <a:pt x="1449688" y="0"/>
                    </a:lnTo>
                  </a:path>
                </a:pathLst>
              </a:custGeom>
              <a:noFill/>
              <a:ln w="9026" cap="flat">
                <a:solidFill>
                  <a:srgbClr val="EBEBEB"/>
                </a:solidFill>
                <a:prstDash val="solid"/>
                <a:round/>
              </a:ln>
            </p:spPr>
            <p:txBody>
              <a:bodyPr rtlCol="0" anchor="ctr"/>
              <a:lstStyle/>
              <a:p>
                <a:endParaRPr lang="en-GB"/>
              </a:p>
            </p:txBody>
          </p:sp>
          <p:sp>
            <p:nvSpPr>
              <p:cNvPr id="137" name="Free-form: Shape 136">
                <a:extLst>
                  <a:ext uri="{FF2B5EF4-FFF2-40B4-BE49-F238E27FC236}">
                    <a16:creationId xmlns:a16="http://schemas.microsoft.com/office/drawing/2014/main" id="{6045D26C-A7D9-A6D9-A233-9D57F53809B1}"/>
                  </a:ext>
                </a:extLst>
              </p:cNvPr>
              <p:cNvSpPr/>
              <p:nvPr/>
            </p:nvSpPr>
            <p:spPr>
              <a:xfrm>
                <a:off x="8115244" y="1190905"/>
                <a:ext cx="1449687" cy="14332"/>
              </a:xfrm>
              <a:custGeom>
                <a:avLst/>
                <a:gdLst>
                  <a:gd name="connsiteX0" fmla="*/ 0 w 1449687"/>
                  <a:gd name="connsiteY0" fmla="*/ 0 h 14332"/>
                  <a:gd name="connsiteX1" fmla="*/ 1449688 w 1449687"/>
                  <a:gd name="connsiteY1" fmla="*/ 0 h 14332"/>
                </a:gdLst>
                <a:ahLst/>
                <a:cxnLst>
                  <a:cxn ang="0">
                    <a:pos x="connsiteX0" y="connsiteY0"/>
                  </a:cxn>
                  <a:cxn ang="0">
                    <a:pos x="connsiteX1" y="connsiteY1"/>
                  </a:cxn>
                </a:cxnLst>
                <a:rect l="l" t="t" r="r" b="b"/>
                <a:pathLst>
                  <a:path w="1449687" h="14332">
                    <a:moveTo>
                      <a:pt x="0" y="0"/>
                    </a:moveTo>
                    <a:lnTo>
                      <a:pt x="1449688" y="0"/>
                    </a:lnTo>
                  </a:path>
                </a:pathLst>
              </a:custGeom>
              <a:noFill/>
              <a:ln w="9026" cap="flat">
                <a:solidFill>
                  <a:srgbClr val="EBEBEB"/>
                </a:solidFill>
                <a:prstDash val="solid"/>
                <a:round/>
              </a:ln>
            </p:spPr>
            <p:txBody>
              <a:bodyPr rtlCol="0" anchor="ctr"/>
              <a:lstStyle/>
              <a:p>
                <a:endParaRPr lang="en-GB"/>
              </a:p>
            </p:txBody>
          </p:sp>
          <p:sp>
            <p:nvSpPr>
              <p:cNvPr id="138" name="Free-form: Shape 137">
                <a:extLst>
                  <a:ext uri="{FF2B5EF4-FFF2-40B4-BE49-F238E27FC236}">
                    <a16:creationId xmlns:a16="http://schemas.microsoft.com/office/drawing/2014/main" id="{BF513B5C-502D-822E-6B9F-43FA95753AAA}"/>
                  </a:ext>
                </a:extLst>
              </p:cNvPr>
              <p:cNvSpPr/>
              <p:nvPr/>
            </p:nvSpPr>
            <p:spPr>
              <a:xfrm>
                <a:off x="8115244" y="5649036"/>
                <a:ext cx="1449687" cy="14332"/>
              </a:xfrm>
              <a:custGeom>
                <a:avLst/>
                <a:gdLst>
                  <a:gd name="connsiteX0" fmla="*/ 0 w 1449687"/>
                  <a:gd name="connsiteY0" fmla="*/ 0 h 14332"/>
                  <a:gd name="connsiteX1" fmla="*/ 1449688 w 1449687"/>
                  <a:gd name="connsiteY1" fmla="*/ 0 h 14332"/>
                </a:gdLst>
                <a:ahLst/>
                <a:cxnLst>
                  <a:cxn ang="0">
                    <a:pos x="connsiteX0" y="connsiteY0"/>
                  </a:cxn>
                  <a:cxn ang="0">
                    <a:pos x="connsiteX1" y="connsiteY1"/>
                  </a:cxn>
                </a:cxnLst>
                <a:rect l="l" t="t" r="r" b="b"/>
                <a:pathLst>
                  <a:path w="1449687" h="14332">
                    <a:moveTo>
                      <a:pt x="0" y="0"/>
                    </a:moveTo>
                    <a:lnTo>
                      <a:pt x="1449688" y="0"/>
                    </a:lnTo>
                  </a:path>
                </a:pathLst>
              </a:custGeom>
              <a:noFill/>
              <a:ln w="18052" cap="flat">
                <a:solidFill>
                  <a:srgbClr val="EBEBEB"/>
                </a:solidFill>
                <a:prstDash val="solid"/>
                <a:round/>
              </a:ln>
            </p:spPr>
            <p:txBody>
              <a:bodyPr rtlCol="0" anchor="ctr"/>
              <a:lstStyle/>
              <a:p>
                <a:endParaRPr lang="en-GB"/>
              </a:p>
            </p:txBody>
          </p:sp>
          <p:sp>
            <p:nvSpPr>
              <p:cNvPr id="139" name="Free-form: Shape 138">
                <a:extLst>
                  <a:ext uri="{FF2B5EF4-FFF2-40B4-BE49-F238E27FC236}">
                    <a16:creationId xmlns:a16="http://schemas.microsoft.com/office/drawing/2014/main" id="{3C599738-DDDA-E73B-717B-642E92843F3F}"/>
                  </a:ext>
                </a:extLst>
              </p:cNvPr>
              <p:cNvSpPr/>
              <p:nvPr/>
            </p:nvSpPr>
            <p:spPr>
              <a:xfrm>
                <a:off x="8115244" y="4375345"/>
                <a:ext cx="1449687" cy="14332"/>
              </a:xfrm>
              <a:custGeom>
                <a:avLst/>
                <a:gdLst>
                  <a:gd name="connsiteX0" fmla="*/ 0 w 1449687"/>
                  <a:gd name="connsiteY0" fmla="*/ 0 h 14332"/>
                  <a:gd name="connsiteX1" fmla="*/ 1449688 w 1449687"/>
                  <a:gd name="connsiteY1" fmla="*/ 0 h 14332"/>
                </a:gdLst>
                <a:ahLst/>
                <a:cxnLst>
                  <a:cxn ang="0">
                    <a:pos x="connsiteX0" y="connsiteY0"/>
                  </a:cxn>
                  <a:cxn ang="0">
                    <a:pos x="connsiteX1" y="connsiteY1"/>
                  </a:cxn>
                </a:cxnLst>
                <a:rect l="l" t="t" r="r" b="b"/>
                <a:pathLst>
                  <a:path w="1449687" h="14332">
                    <a:moveTo>
                      <a:pt x="0" y="0"/>
                    </a:moveTo>
                    <a:lnTo>
                      <a:pt x="1449688" y="0"/>
                    </a:lnTo>
                  </a:path>
                </a:pathLst>
              </a:custGeom>
              <a:noFill/>
              <a:ln w="18052" cap="flat">
                <a:solidFill>
                  <a:srgbClr val="EBEBEB"/>
                </a:solidFill>
                <a:prstDash val="solid"/>
                <a:round/>
              </a:ln>
            </p:spPr>
            <p:txBody>
              <a:bodyPr rtlCol="0" anchor="ctr"/>
              <a:lstStyle/>
              <a:p>
                <a:endParaRPr lang="en-GB"/>
              </a:p>
            </p:txBody>
          </p:sp>
          <p:sp>
            <p:nvSpPr>
              <p:cNvPr id="140" name="Free-form: Shape 139">
                <a:extLst>
                  <a:ext uri="{FF2B5EF4-FFF2-40B4-BE49-F238E27FC236}">
                    <a16:creationId xmlns:a16="http://schemas.microsoft.com/office/drawing/2014/main" id="{63242503-D233-1B81-FEC3-AC32375D1D35}"/>
                  </a:ext>
                </a:extLst>
              </p:cNvPr>
              <p:cNvSpPr/>
              <p:nvPr/>
            </p:nvSpPr>
            <p:spPr>
              <a:xfrm>
                <a:off x="8115244" y="3101512"/>
                <a:ext cx="1449687" cy="14332"/>
              </a:xfrm>
              <a:custGeom>
                <a:avLst/>
                <a:gdLst>
                  <a:gd name="connsiteX0" fmla="*/ 0 w 1449687"/>
                  <a:gd name="connsiteY0" fmla="*/ 0 h 14332"/>
                  <a:gd name="connsiteX1" fmla="*/ 1449688 w 1449687"/>
                  <a:gd name="connsiteY1" fmla="*/ 0 h 14332"/>
                </a:gdLst>
                <a:ahLst/>
                <a:cxnLst>
                  <a:cxn ang="0">
                    <a:pos x="connsiteX0" y="connsiteY0"/>
                  </a:cxn>
                  <a:cxn ang="0">
                    <a:pos x="connsiteX1" y="connsiteY1"/>
                  </a:cxn>
                </a:cxnLst>
                <a:rect l="l" t="t" r="r" b="b"/>
                <a:pathLst>
                  <a:path w="1449687" h="14332">
                    <a:moveTo>
                      <a:pt x="0" y="0"/>
                    </a:moveTo>
                    <a:lnTo>
                      <a:pt x="1449688" y="0"/>
                    </a:lnTo>
                  </a:path>
                </a:pathLst>
              </a:custGeom>
              <a:noFill/>
              <a:ln w="18052" cap="flat">
                <a:solidFill>
                  <a:srgbClr val="EBEBEB"/>
                </a:solidFill>
                <a:prstDash val="solid"/>
                <a:round/>
              </a:ln>
            </p:spPr>
            <p:txBody>
              <a:bodyPr rtlCol="0" anchor="ctr"/>
              <a:lstStyle/>
              <a:p>
                <a:endParaRPr lang="en-GB"/>
              </a:p>
            </p:txBody>
          </p:sp>
          <p:sp>
            <p:nvSpPr>
              <p:cNvPr id="141" name="Free-form: Shape 140">
                <a:extLst>
                  <a:ext uri="{FF2B5EF4-FFF2-40B4-BE49-F238E27FC236}">
                    <a16:creationId xmlns:a16="http://schemas.microsoft.com/office/drawing/2014/main" id="{8A6A4C51-D8FC-FAF8-7C2D-C12DB38D0CB1}"/>
                  </a:ext>
                </a:extLst>
              </p:cNvPr>
              <p:cNvSpPr/>
              <p:nvPr/>
            </p:nvSpPr>
            <p:spPr>
              <a:xfrm>
                <a:off x="8115244" y="1827822"/>
                <a:ext cx="1449687" cy="14332"/>
              </a:xfrm>
              <a:custGeom>
                <a:avLst/>
                <a:gdLst>
                  <a:gd name="connsiteX0" fmla="*/ 0 w 1449687"/>
                  <a:gd name="connsiteY0" fmla="*/ 0 h 14332"/>
                  <a:gd name="connsiteX1" fmla="*/ 1449688 w 1449687"/>
                  <a:gd name="connsiteY1" fmla="*/ 0 h 14332"/>
                </a:gdLst>
                <a:ahLst/>
                <a:cxnLst>
                  <a:cxn ang="0">
                    <a:pos x="connsiteX0" y="connsiteY0"/>
                  </a:cxn>
                  <a:cxn ang="0">
                    <a:pos x="connsiteX1" y="connsiteY1"/>
                  </a:cxn>
                </a:cxnLst>
                <a:rect l="l" t="t" r="r" b="b"/>
                <a:pathLst>
                  <a:path w="1449687" h="14332">
                    <a:moveTo>
                      <a:pt x="0" y="0"/>
                    </a:moveTo>
                    <a:lnTo>
                      <a:pt x="1449688" y="0"/>
                    </a:lnTo>
                  </a:path>
                </a:pathLst>
              </a:custGeom>
              <a:noFill/>
              <a:ln w="18052" cap="flat">
                <a:solidFill>
                  <a:srgbClr val="EBEBEB"/>
                </a:solidFill>
                <a:prstDash val="solid"/>
                <a:round/>
              </a:ln>
            </p:spPr>
            <p:txBody>
              <a:bodyPr rtlCol="0" anchor="ctr"/>
              <a:lstStyle/>
              <a:p>
                <a:endParaRPr lang="en-GB"/>
              </a:p>
            </p:txBody>
          </p:sp>
          <p:sp>
            <p:nvSpPr>
              <p:cNvPr id="142" name="Free-form: Shape 141">
                <a:extLst>
                  <a:ext uri="{FF2B5EF4-FFF2-40B4-BE49-F238E27FC236}">
                    <a16:creationId xmlns:a16="http://schemas.microsoft.com/office/drawing/2014/main" id="{CB1BD388-3AE8-0F8B-0C96-6AE4C337CCCC}"/>
                  </a:ext>
                </a:extLst>
              </p:cNvPr>
              <p:cNvSpPr/>
              <p:nvPr/>
            </p:nvSpPr>
            <p:spPr>
              <a:xfrm>
                <a:off x="8221301"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143" name="Free-form: Shape 142">
                <a:extLst>
                  <a:ext uri="{FF2B5EF4-FFF2-40B4-BE49-F238E27FC236}">
                    <a16:creationId xmlns:a16="http://schemas.microsoft.com/office/drawing/2014/main" id="{41A26496-884C-E047-7532-2C62AEDDF5D0}"/>
                  </a:ext>
                </a:extLst>
              </p:cNvPr>
              <p:cNvSpPr/>
              <p:nvPr/>
            </p:nvSpPr>
            <p:spPr>
              <a:xfrm>
                <a:off x="8398159"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144" name="Free-form: Shape 143">
                <a:extLst>
                  <a:ext uri="{FF2B5EF4-FFF2-40B4-BE49-F238E27FC236}">
                    <a16:creationId xmlns:a16="http://schemas.microsoft.com/office/drawing/2014/main" id="{2C71AC31-CE8C-937E-4722-D5A7B0C407EF}"/>
                  </a:ext>
                </a:extLst>
              </p:cNvPr>
              <p:cNvSpPr/>
              <p:nvPr/>
            </p:nvSpPr>
            <p:spPr>
              <a:xfrm>
                <a:off x="8574873"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145" name="Free-form: Shape 144">
                <a:extLst>
                  <a:ext uri="{FF2B5EF4-FFF2-40B4-BE49-F238E27FC236}">
                    <a16:creationId xmlns:a16="http://schemas.microsoft.com/office/drawing/2014/main" id="{7ED8DD80-12DB-3B2A-A8C3-706D80BB7587}"/>
                  </a:ext>
                </a:extLst>
              </p:cNvPr>
              <p:cNvSpPr/>
              <p:nvPr/>
            </p:nvSpPr>
            <p:spPr>
              <a:xfrm>
                <a:off x="8751730"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146" name="Free-form: Shape 145">
                <a:extLst>
                  <a:ext uri="{FF2B5EF4-FFF2-40B4-BE49-F238E27FC236}">
                    <a16:creationId xmlns:a16="http://schemas.microsoft.com/office/drawing/2014/main" id="{6C491A5E-E6B2-6AFC-7820-2EB5377CB318}"/>
                  </a:ext>
                </a:extLst>
              </p:cNvPr>
              <p:cNvSpPr/>
              <p:nvPr/>
            </p:nvSpPr>
            <p:spPr>
              <a:xfrm>
                <a:off x="8928445"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147" name="Free-form: Shape 146">
                <a:extLst>
                  <a:ext uri="{FF2B5EF4-FFF2-40B4-BE49-F238E27FC236}">
                    <a16:creationId xmlns:a16="http://schemas.microsoft.com/office/drawing/2014/main" id="{4BA50494-73E6-1C9C-8338-6270E22EFA46}"/>
                  </a:ext>
                </a:extLst>
              </p:cNvPr>
              <p:cNvSpPr/>
              <p:nvPr/>
            </p:nvSpPr>
            <p:spPr>
              <a:xfrm>
                <a:off x="9105302"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148" name="Free-form: Shape 147">
                <a:extLst>
                  <a:ext uri="{FF2B5EF4-FFF2-40B4-BE49-F238E27FC236}">
                    <a16:creationId xmlns:a16="http://schemas.microsoft.com/office/drawing/2014/main" id="{C01903AF-7AAC-BA0A-FBF5-F8A3114CF7FA}"/>
                  </a:ext>
                </a:extLst>
              </p:cNvPr>
              <p:cNvSpPr/>
              <p:nvPr/>
            </p:nvSpPr>
            <p:spPr>
              <a:xfrm>
                <a:off x="9282017"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149" name="Free-form: Shape 148">
                <a:extLst>
                  <a:ext uri="{FF2B5EF4-FFF2-40B4-BE49-F238E27FC236}">
                    <a16:creationId xmlns:a16="http://schemas.microsoft.com/office/drawing/2014/main" id="{9E504CC0-8788-7363-1284-0BEE6698D862}"/>
                  </a:ext>
                </a:extLst>
              </p:cNvPr>
              <p:cNvSpPr/>
              <p:nvPr/>
            </p:nvSpPr>
            <p:spPr>
              <a:xfrm>
                <a:off x="9458875" y="970335"/>
                <a:ext cx="14332" cy="4901564"/>
              </a:xfrm>
              <a:custGeom>
                <a:avLst/>
                <a:gdLst>
                  <a:gd name="connsiteX0" fmla="*/ 0 w 14332"/>
                  <a:gd name="connsiteY0" fmla="*/ 4901565 h 4901564"/>
                  <a:gd name="connsiteX1" fmla="*/ 0 w 14332"/>
                  <a:gd name="connsiteY1" fmla="*/ 0 h 4901564"/>
                </a:gdLst>
                <a:ahLst/>
                <a:cxnLst>
                  <a:cxn ang="0">
                    <a:pos x="connsiteX0" y="connsiteY0"/>
                  </a:cxn>
                  <a:cxn ang="0">
                    <a:pos x="connsiteX1" y="connsiteY1"/>
                  </a:cxn>
                </a:cxnLst>
                <a:rect l="l" t="t" r="r" b="b"/>
                <a:pathLst>
                  <a:path w="14332" h="4901564">
                    <a:moveTo>
                      <a:pt x="0" y="4901565"/>
                    </a:moveTo>
                    <a:lnTo>
                      <a:pt x="0" y="0"/>
                    </a:lnTo>
                  </a:path>
                </a:pathLst>
              </a:custGeom>
              <a:noFill/>
              <a:ln w="18052" cap="flat">
                <a:solidFill>
                  <a:srgbClr val="EBEBEB"/>
                </a:solidFill>
                <a:prstDash val="solid"/>
                <a:round/>
              </a:ln>
            </p:spPr>
            <p:txBody>
              <a:bodyPr rtlCol="0" anchor="ctr"/>
              <a:lstStyle/>
              <a:p>
                <a:endParaRPr lang="en-GB"/>
              </a:p>
            </p:txBody>
          </p:sp>
          <p:sp>
            <p:nvSpPr>
              <p:cNvPr id="150" name="Free-form: Shape 149">
                <a:extLst>
                  <a:ext uri="{FF2B5EF4-FFF2-40B4-BE49-F238E27FC236}">
                    <a16:creationId xmlns:a16="http://schemas.microsoft.com/office/drawing/2014/main" id="{F4B25136-BBE6-562A-9A05-BBFF5CB7F347}"/>
                  </a:ext>
                </a:extLst>
              </p:cNvPr>
              <p:cNvSpPr/>
              <p:nvPr/>
            </p:nvSpPr>
            <p:spPr>
              <a:xfrm>
                <a:off x="8689816" y="4439840"/>
                <a:ext cx="123685" cy="1209339"/>
              </a:xfrm>
              <a:custGeom>
                <a:avLst/>
                <a:gdLst>
                  <a:gd name="connsiteX0" fmla="*/ 0 w 123685"/>
                  <a:gd name="connsiteY0" fmla="*/ 0 h 1209339"/>
                  <a:gd name="connsiteX1" fmla="*/ 123685 w 123685"/>
                  <a:gd name="connsiteY1" fmla="*/ 0 h 1209339"/>
                  <a:gd name="connsiteX2" fmla="*/ 123685 w 123685"/>
                  <a:gd name="connsiteY2" fmla="*/ 1209339 h 1209339"/>
                  <a:gd name="connsiteX3" fmla="*/ 0 w 123685"/>
                  <a:gd name="connsiteY3" fmla="*/ 1209339 h 1209339"/>
                </a:gdLst>
                <a:ahLst/>
                <a:cxnLst>
                  <a:cxn ang="0">
                    <a:pos x="connsiteX0" y="connsiteY0"/>
                  </a:cxn>
                  <a:cxn ang="0">
                    <a:pos x="connsiteX1" y="connsiteY1"/>
                  </a:cxn>
                  <a:cxn ang="0">
                    <a:pos x="connsiteX2" y="connsiteY2"/>
                  </a:cxn>
                  <a:cxn ang="0">
                    <a:pos x="connsiteX3" y="connsiteY3"/>
                  </a:cxn>
                </a:cxnLst>
                <a:rect l="l" t="t" r="r" b="b"/>
                <a:pathLst>
                  <a:path w="123685" h="1209339">
                    <a:moveTo>
                      <a:pt x="0" y="0"/>
                    </a:moveTo>
                    <a:lnTo>
                      <a:pt x="123685" y="0"/>
                    </a:lnTo>
                    <a:lnTo>
                      <a:pt x="123685" y="1209339"/>
                    </a:lnTo>
                    <a:lnTo>
                      <a:pt x="0" y="1209339"/>
                    </a:lnTo>
                    <a:close/>
                  </a:path>
                </a:pathLst>
              </a:custGeom>
              <a:solidFill>
                <a:srgbClr val="277F8E"/>
              </a:solidFill>
              <a:ln w="15330" cap="flat">
                <a:noFill/>
                <a:prstDash val="solid"/>
                <a:miter/>
              </a:ln>
            </p:spPr>
            <p:txBody>
              <a:bodyPr rtlCol="0" anchor="ctr"/>
              <a:lstStyle/>
              <a:p>
                <a:endParaRPr lang="en-GB"/>
              </a:p>
            </p:txBody>
          </p:sp>
          <p:sp>
            <p:nvSpPr>
              <p:cNvPr id="151" name="Free-form: Shape 150">
                <a:extLst>
                  <a:ext uri="{FF2B5EF4-FFF2-40B4-BE49-F238E27FC236}">
                    <a16:creationId xmlns:a16="http://schemas.microsoft.com/office/drawing/2014/main" id="{46B95E8A-0C34-F746-3158-4EA79AA84275}"/>
                  </a:ext>
                </a:extLst>
              </p:cNvPr>
              <p:cNvSpPr/>
              <p:nvPr/>
            </p:nvSpPr>
            <p:spPr>
              <a:xfrm>
                <a:off x="8513102" y="4649231"/>
                <a:ext cx="123685" cy="999804"/>
              </a:xfrm>
              <a:custGeom>
                <a:avLst/>
                <a:gdLst>
                  <a:gd name="connsiteX0" fmla="*/ 0 w 123685"/>
                  <a:gd name="connsiteY0" fmla="*/ 0 h 999804"/>
                  <a:gd name="connsiteX1" fmla="*/ 123686 w 123685"/>
                  <a:gd name="connsiteY1" fmla="*/ 0 h 999804"/>
                  <a:gd name="connsiteX2" fmla="*/ 123686 w 123685"/>
                  <a:gd name="connsiteY2" fmla="*/ 999805 h 999804"/>
                  <a:gd name="connsiteX3" fmla="*/ 0 w 123685"/>
                  <a:gd name="connsiteY3" fmla="*/ 999805 h 999804"/>
                </a:gdLst>
                <a:ahLst/>
                <a:cxnLst>
                  <a:cxn ang="0">
                    <a:pos x="connsiteX0" y="connsiteY0"/>
                  </a:cxn>
                  <a:cxn ang="0">
                    <a:pos x="connsiteX1" y="connsiteY1"/>
                  </a:cxn>
                  <a:cxn ang="0">
                    <a:pos x="connsiteX2" y="connsiteY2"/>
                  </a:cxn>
                  <a:cxn ang="0">
                    <a:pos x="connsiteX3" y="connsiteY3"/>
                  </a:cxn>
                </a:cxnLst>
                <a:rect l="l" t="t" r="r" b="b"/>
                <a:pathLst>
                  <a:path w="123685" h="999804">
                    <a:moveTo>
                      <a:pt x="0" y="0"/>
                    </a:moveTo>
                    <a:lnTo>
                      <a:pt x="123686" y="0"/>
                    </a:lnTo>
                    <a:lnTo>
                      <a:pt x="123686" y="999805"/>
                    </a:lnTo>
                    <a:lnTo>
                      <a:pt x="0" y="999805"/>
                    </a:lnTo>
                    <a:close/>
                  </a:path>
                </a:pathLst>
              </a:custGeom>
              <a:solidFill>
                <a:srgbClr val="365C8D"/>
              </a:solidFill>
              <a:ln w="15330" cap="flat">
                <a:noFill/>
                <a:prstDash val="solid"/>
                <a:miter/>
              </a:ln>
            </p:spPr>
            <p:txBody>
              <a:bodyPr rtlCol="0" anchor="ctr"/>
              <a:lstStyle/>
              <a:p>
                <a:endParaRPr lang="en-GB"/>
              </a:p>
            </p:txBody>
          </p:sp>
          <p:sp>
            <p:nvSpPr>
              <p:cNvPr id="152" name="Free-form: Shape 151">
                <a:extLst>
                  <a:ext uri="{FF2B5EF4-FFF2-40B4-BE49-F238E27FC236}">
                    <a16:creationId xmlns:a16="http://schemas.microsoft.com/office/drawing/2014/main" id="{B2E4414B-0FCC-E11A-F8AD-1326E7CEF37E}"/>
                  </a:ext>
                </a:extLst>
              </p:cNvPr>
              <p:cNvSpPr/>
              <p:nvPr/>
            </p:nvSpPr>
            <p:spPr>
              <a:xfrm>
                <a:off x="8336244" y="4653244"/>
                <a:ext cx="123685" cy="995791"/>
              </a:xfrm>
              <a:custGeom>
                <a:avLst/>
                <a:gdLst>
                  <a:gd name="connsiteX0" fmla="*/ 0 w 123685"/>
                  <a:gd name="connsiteY0" fmla="*/ 0 h 995791"/>
                  <a:gd name="connsiteX1" fmla="*/ 123686 w 123685"/>
                  <a:gd name="connsiteY1" fmla="*/ 0 h 995791"/>
                  <a:gd name="connsiteX2" fmla="*/ 123686 w 123685"/>
                  <a:gd name="connsiteY2" fmla="*/ 995792 h 995791"/>
                  <a:gd name="connsiteX3" fmla="*/ 0 w 123685"/>
                  <a:gd name="connsiteY3" fmla="*/ 995792 h 995791"/>
                </a:gdLst>
                <a:ahLst/>
                <a:cxnLst>
                  <a:cxn ang="0">
                    <a:pos x="connsiteX0" y="connsiteY0"/>
                  </a:cxn>
                  <a:cxn ang="0">
                    <a:pos x="connsiteX1" y="connsiteY1"/>
                  </a:cxn>
                  <a:cxn ang="0">
                    <a:pos x="connsiteX2" y="connsiteY2"/>
                  </a:cxn>
                  <a:cxn ang="0">
                    <a:pos x="connsiteX3" y="connsiteY3"/>
                  </a:cxn>
                </a:cxnLst>
                <a:rect l="l" t="t" r="r" b="b"/>
                <a:pathLst>
                  <a:path w="123685" h="995791">
                    <a:moveTo>
                      <a:pt x="0" y="0"/>
                    </a:moveTo>
                    <a:lnTo>
                      <a:pt x="123686" y="0"/>
                    </a:lnTo>
                    <a:lnTo>
                      <a:pt x="123686" y="995792"/>
                    </a:lnTo>
                    <a:lnTo>
                      <a:pt x="0" y="995792"/>
                    </a:lnTo>
                    <a:close/>
                  </a:path>
                </a:pathLst>
              </a:custGeom>
              <a:solidFill>
                <a:srgbClr val="46337E"/>
              </a:solidFill>
              <a:ln w="15330" cap="flat">
                <a:noFill/>
                <a:prstDash val="solid"/>
                <a:miter/>
              </a:ln>
            </p:spPr>
            <p:txBody>
              <a:bodyPr rtlCol="0" anchor="ctr"/>
              <a:lstStyle/>
              <a:p>
                <a:endParaRPr lang="en-GB"/>
              </a:p>
            </p:txBody>
          </p:sp>
          <p:sp>
            <p:nvSpPr>
              <p:cNvPr id="153" name="Free-form: Shape 152">
                <a:extLst>
                  <a:ext uri="{FF2B5EF4-FFF2-40B4-BE49-F238E27FC236}">
                    <a16:creationId xmlns:a16="http://schemas.microsoft.com/office/drawing/2014/main" id="{235C91D9-4CAD-9DBE-0E43-DCBF30AFDA10}"/>
                  </a:ext>
                </a:extLst>
              </p:cNvPr>
              <p:cNvSpPr/>
              <p:nvPr/>
            </p:nvSpPr>
            <p:spPr>
              <a:xfrm>
                <a:off x="8866674" y="4887717"/>
                <a:ext cx="123685" cy="761319"/>
              </a:xfrm>
              <a:custGeom>
                <a:avLst/>
                <a:gdLst>
                  <a:gd name="connsiteX0" fmla="*/ 0 w 123685"/>
                  <a:gd name="connsiteY0" fmla="*/ 0 h 761319"/>
                  <a:gd name="connsiteX1" fmla="*/ 123686 w 123685"/>
                  <a:gd name="connsiteY1" fmla="*/ 0 h 761319"/>
                  <a:gd name="connsiteX2" fmla="*/ 123686 w 123685"/>
                  <a:gd name="connsiteY2" fmla="*/ 761319 h 761319"/>
                  <a:gd name="connsiteX3" fmla="*/ 0 w 123685"/>
                  <a:gd name="connsiteY3" fmla="*/ 761319 h 761319"/>
                </a:gdLst>
                <a:ahLst/>
                <a:cxnLst>
                  <a:cxn ang="0">
                    <a:pos x="connsiteX0" y="connsiteY0"/>
                  </a:cxn>
                  <a:cxn ang="0">
                    <a:pos x="connsiteX1" y="connsiteY1"/>
                  </a:cxn>
                  <a:cxn ang="0">
                    <a:pos x="connsiteX2" y="connsiteY2"/>
                  </a:cxn>
                  <a:cxn ang="0">
                    <a:pos x="connsiteX3" y="connsiteY3"/>
                  </a:cxn>
                </a:cxnLst>
                <a:rect l="l" t="t" r="r" b="b"/>
                <a:pathLst>
                  <a:path w="123685" h="761319">
                    <a:moveTo>
                      <a:pt x="0" y="0"/>
                    </a:moveTo>
                    <a:lnTo>
                      <a:pt x="123686" y="0"/>
                    </a:lnTo>
                    <a:lnTo>
                      <a:pt x="123686" y="761319"/>
                    </a:lnTo>
                    <a:lnTo>
                      <a:pt x="0" y="761319"/>
                    </a:lnTo>
                    <a:close/>
                  </a:path>
                </a:pathLst>
              </a:custGeom>
              <a:solidFill>
                <a:srgbClr val="1FA187"/>
              </a:solidFill>
              <a:ln w="15330" cap="flat">
                <a:noFill/>
                <a:prstDash val="solid"/>
                <a:miter/>
              </a:ln>
            </p:spPr>
            <p:txBody>
              <a:bodyPr rtlCol="0" anchor="ctr"/>
              <a:lstStyle/>
              <a:p>
                <a:endParaRPr lang="en-GB"/>
              </a:p>
            </p:txBody>
          </p:sp>
          <p:sp>
            <p:nvSpPr>
              <p:cNvPr id="154" name="Free-form: Shape 153">
                <a:extLst>
                  <a:ext uri="{FF2B5EF4-FFF2-40B4-BE49-F238E27FC236}">
                    <a16:creationId xmlns:a16="http://schemas.microsoft.com/office/drawing/2014/main" id="{E83199DA-2C9E-6BE6-F474-7BB91F70F2B5}"/>
                  </a:ext>
                </a:extLst>
              </p:cNvPr>
              <p:cNvSpPr/>
              <p:nvPr/>
            </p:nvSpPr>
            <p:spPr>
              <a:xfrm>
                <a:off x="8689816" y="3230500"/>
                <a:ext cx="123685" cy="1209339"/>
              </a:xfrm>
              <a:custGeom>
                <a:avLst/>
                <a:gdLst>
                  <a:gd name="connsiteX0" fmla="*/ 0 w 123685"/>
                  <a:gd name="connsiteY0" fmla="*/ 0 h 1209339"/>
                  <a:gd name="connsiteX1" fmla="*/ 123685 w 123685"/>
                  <a:gd name="connsiteY1" fmla="*/ 0 h 1209339"/>
                  <a:gd name="connsiteX2" fmla="*/ 123685 w 123685"/>
                  <a:gd name="connsiteY2" fmla="*/ 1209339 h 1209339"/>
                  <a:gd name="connsiteX3" fmla="*/ 0 w 123685"/>
                  <a:gd name="connsiteY3" fmla="*/ 1209339 h 1209339"/>
                </a:gdLst>
                <a:ahLst/>
                <a:cxnLst>
                  <a:cxn ang="0">
                    <a:pos x="connsiteX0" y="connsiteY0"/>
                  </a:cxn>
                  <a:cxn ang="0">
                    <a:pos x="connsiteX1" y="connsiteY1"/>
                  </a:cxn>
                  <a:cxn ang="0">
                    <a:pos x="connsiteX2" y="connsiteY2"/>
                  </a:cxn>
                  <a:cxn ang="0">
                    <a:pos x="connsiteX3" y="connsiteY3"/>
                  </a:cxn>
                </a:cxnLst>
                <a:rect l="l" t="t" r="r" b="b"/>
                <a:pathLst>
                  <a:path w="123685" h="1209339">
                    <a:moveTo>
                      <a:pt x="0" y="0"/>
                    </a:moveTo>
                    <a:lnTo>
                      <a:pt x="123685" y="0"/>
                    </a:lnTo>
                    <a:lnTo>
                      <a:pt x="123685" y="1209339"/>
                    </a:lnTo>
                    <a:lnTo>
                      <a:pt x="0" y="1209339"/>
                    </a:lnTo>
                    <a:close/>
                  </a:path>
                </a:pathLst>
              </a:custGeom>
              <a:solidFill>
                <a:srgbClr val="277F8E"/>
              </a:solidFill>
              <a:ln w="15330" cap="flat">
                <a:noFill/>
                <a:prstDash val="solid"/>
                <a:miter/>
              </a:ln>
            </p:spPr>
            <p:txBody>
              <a:bodyPr rtlCol="0" anchor="ctr"/>
              <a:lstStyle/>
              <a:p>
                <a:endParaRPr lang="en-GB"/>
              </a:p>
            </p:txBody>
          </p:sp>
          <p:sp>
            <p:nvSpPr>
              <p:cNvPr id="155" name="Free-form: Shape 154">
                <a:extLst>
                  <a:ext uri="{FF2B5EF4-FFF2-40B4-BE49-F238E27FC236}">
                    <a16:creationId xmlns:a16="http://schemas.microsoft.com/office/drawing/2014/main" id="{6E748199-8F4C-6C84-BC35-7285497A8A4E}"/>
                  </a:ext>
                </a:extLst>
              </p:cNvPr>
              <p:cNvSpPr/>
              <p:nvPr/>
            </p:nvSpPr>
            <p:spPr>
              <a:xfrm>
                <a:off x="8513102" y="3649427"/>
                <a:ext cx="123685" cy="999804"/>
              </a:xfrm>
              <a:custGeom>
                <a:avLst/>
                <a:gdLst>
                  <a:gd name="connsiteX0" fmla="*/ 0 w 123685"/>
                  <a:gd name="connsiteY0" fmla="*/ 0 h 999804"/>
                  <a:gd name="connsiteX1" fmla="*/ 123686 w 123685"/>
                  <a:gd name="connsiteY1" fmla="*/ 0 h 999804"/>
                  <a:gd name="connsiteX2" fmla="*/ 123686 w 123685"/>
                  <a:gd name="connsiteY2" fmla="*/ 999805 h 999804"/>
                  <a:gd name="connsiteX3" fmla="*/ 0 w 123685"/>
                  <a:gd name="connsiteY3" fmla="*/ 999805 h 999804"/>
                </a:gdLst>
                <a:ahLst/>
                <a:cxnLst>
                  <a:cxn ang="0">
                    <a:pos x="connsiteX0" y="connsiteY0"/>
                  </a:cxn>
                  <a:cxn ang="0">
                    <a:pos x="connsiteX1" y="connsiteY1"/>
                  </a:cxn>
                  <a:cxn ang="0">
                    <a:pos x="connsiteX2" y="connsiteY2"/>
                  </a:cxn>
                  <a:cxn ang="0">
                    <a:pos x="connsiteX3" y="connsiteY3"/>
                  </a:cxn>
                </a:cxnLst>
                <a:rect l="l" t="t" r="r" b="b"/>
                <a:pathLst>
                  <a:path w="123685" h="999804">
                    <a:moveTo>
                      <a:pt x="0" y="0"/>
                    </a:moveTo>
                    <a:lnTo>
                      <a:pt x="123686" y="0"/>
                    </a:lnTo>
                    <a:lnTo>
                      <a:pt x="123686" y="999805"/>
                    </a:lnTo>
                    <a:lnTo>
                      <a:pt x="0" y="999805"/>
                    </a:lnTo>
                    <a:close/>
                  </a:path>
                </a:pathLst>
              </a:custGeom>
              <a:solidFill>
                <a:srgbClr val="365C8D"/>
              </a:solidFill>
              <a:ln w="15330" cap="flat">
                <a:noFill/>
                <a:prstDash val="solid"/>
                <a:miter/>
              </a:ln>
            </p:spPr>
            <p:txBody>
              <a:bodyPr rtlCol="0" anchor="ctr"/>
              <a:lstStyle/>
              <a:p>
                <a:endParaRPr lang="en-GB"/>
              </a:p>
            </p:txBody>
          </p:sp>
          <p:sp>
            <p:nvSpPr>
              <p:cNvPr id="156" name="Free-form: Shape 155">
                <a:extLst>
                  <a:ext uri="{FF2B5EF4-FFF2-40B4-BE49-F238E27FC236}">
                    <a16:creationId xmlns:a16="http://schemas.microsoft.com/office/drawing/2014/main" id="{4E57BB85-F08A-3A31-CBB3-6BB115759A3D}"/>
                  </a:ext>
                </a:extLst>
              </p:cNvPr>
              <p:cNvSpPr/>
              <p:nvPr/>
            </p:nvSpPr>
            <p:spPr>
              <a:xfrm>
                <a:off x="8336244" y="3657453"/>
                <a:ext cx="123685" cy="995791"/>
              </a:xfrm>
              <a:custGeom>
                <a:avLst/>
                <a:gdLst>
                  <a:gd name="connsiteX0" fmla="*/ 0 w 123685"/>
                  <a:gd name="connsiteY0" fmla="*/ 0 h 995791"/>
                  <a:gd name="connsiteX1" fmla="*/ 123686 w 123685"/>
                  <a:gd name="connsiteY1" fmla="*/ 0 h 995791"/>
                  <a:gd name="connsiteX2" fmla="*/ 123686 w 123685"/>
                  <a:gd name="connsiteY2" fmla="*/ 995792 h 995791"/>
                  <a:gd name="connsiteX3" fmla="*/ 0 w 123685"/>
                  <a:gd name="connsiteY3" fmla="*/ 995792 h 995791"/>
                </a:gdLst>
                <a:ahLst/>
                <a:cxnLst>
                  <a:cxn ang="0">
                    <a:pos x="connsiteX0" y="connsiteY0"/>
                  </a:cxn>
                  <a:cxn ang="0">
                    <a:pos x="connsiteX1" y="connsiteY1"/>
                  </a:cxn>
                  <a:cxn ang="0">
                    <a:pos x="connsiteX2" y="connsiteY2"/>
                  </a:cxn>
                  <a:cxn ang="0">
                    <a:pos x="connsiteX3" y="connsiteY3"/>
                  </a:cxn>
                </a:cxnLst>
                <a:rect l="l" t="t" r="r" b="b"/>
                <a:pathLst>
                  <a:path w="123685" h="995791">
                    <a:moveTo>
                      <a:pt x="0" y="0"/>
                    </a:moveTo>
                    <a:lnTo>
                      <a:pt x="123686" y="0"/>
                    </a:lnTo>
                    <a:lnTo>
                      <a:pt x="123686" y="995792"/>
                    </a:lnTo>
                    <a:lnTo>
                      <a:pt x="0" y="995792"/>
                    </a:lnTo>
                    <a:close/>
                  </a:path>
                </a:pathLst>
              </a:custGeom>
              <a:solidFill>
                <a:srgbClr val="46337E"/>
              </a:solidFill>
              <a:ln w="15330" cap="flat">
                <a:noFill/>
                <a:prstDash val="solid"/>
                <a:miter/>
              </a:ln>
            </p:spPr>
            <p:txBody>
              <a:bodyPr rtlCol="0" anchor="ctr"/>
              <a:lstStyle/>
              <a:p>
                <a:endParaRPr lang="en-GB"/>
              </a:p>
            </p:txBody>
          </p:sp>
          <p:sp>
            <p:nvSpPr>
              <p:cNvPr id="157" name="Free-form: Shape 156">
                <a:extLst>
                  <a:ext uri="{FF2B5EF4-FFF2-40B4-BE49-F238E27FC236}">
                    <a16:creationId xmlns:a16="http://schemas.microsoft.com/office/drawing/2014/main" id="{BB40E5FA-1E6A-872B-F282-CABCF019CDEE}"/>
                  </a:ext>
                </a:extLst>
              </p:cNvPr>
              <p:cNvSpPr/>
              <p:nvPr/>
            </p:nvSpPr>
            <p:spPr>
              <a:xfrm>
                <a:off x="8866674" y="4126398"/>
                <a:ext cx="123685" cy="761319"/>
              </a:xfrm>
              <a:custGeom>
                <a:avLst/>
                <a:gdLst>
                  <a:gd name="connsiteX0" fmla="*/ 0 w 123685"/>
                  <a:gd name="connsiteY0" fmla="*/ 0 h 761319"/>
                  <a:gd name="connsiteX1" fmla="*/ 123686 w 123685"/>
                  <a:gd name="connsiteY1" fmla="*/ 0 h 761319"/>
                  <a:gd name="connsiteX2" fmla="*/ 123686 w 123685"/>
                  <a:gd name="connsiteY2" fmla="*/ 761319 h 761319"/>
                  <a:gd name="connsiteX3" fmla="*/ 0 w 123685"/>
                  <a:gd name="connsiteY3" fmla="*/ 761319 h 761319"/>
                </a:gdLst>
                <a:ahLst/>
                <a:cxnLst>
                  <a:cxn ang="0">
                    <a:pos x="connsiteX0" y="connsiteY0"/>
                  </a:cxn>
                  <a:cxn ang="0">
                    <a:pos x="connsiteX1" y="connsiteY1"/>
                  </a:cxn>
                  <a:cxn ang="0">
                    <a:pos x="connsiteX2" y="connsiteY2"/>
                  </a:cxn>
                  <a:cxn ang="0">
                    <a:pos x="connsiteX3" y="connsiteY3"/>
                  </a:cxn>
                </a:cxnLst>
                <a:rect l="l" t="t" r="r" b="b"/>
                <a:pathLst>
                  <a:path w="123685" h="761319">
                    <a:moveTo>
                      <a:pt x="0" y="0"/>
                    </a:moveTo>
                    <a:lnTo>
                      <a:pt x="123686" y="0"/>
                    </a:lnTo>
                    <a:lnTo>
                      <a:pt x="123686" y="761319"/>
                    </a:lnTo>
                    <a:lnTo>
                      <a:pt x="0" y="761319"/>
                    </a:lnTo>
                    <a:close/>
                  </a:path>
                </a:pathLst>
              </a:custGeom>
              <a:solidFill>
                <a:srgbClr val="1FA187"/>
              </a:solidFill>
              <a:ln w="15330" cap="flat">
                <a:noFill/>
                <a:prstDash val="solid"/>
                <a:miter/>
              </a:ln>
            </p:spPr>
            <p:txBody>
              <a:bodyPr rtlCol="0" anchor="ctr"/>
              <a:lstStyle/>
              <a:p>
                <a:endParaRPr lang="en-GB"/>
              </a:p>
            </p:txBody>
          </p:sp>
        </p:grpSp>
        <p:sp>
          <p:nvSpPr>
            <p:cNvPr id="158" name="TextBox 157">
              <a:extLst>
                <a:ext uri="{FF2B5EF4-FFF2-40B4-BE49-F238E27FC236}">
                  <a16:creationId xmlns:a16="http://schemas.microsoft.com/office/drawing/2014/main" id="{0D565979-78A5-1ABE-7E7B-F7B656C925F5}"/>
                </a:ext>
              </a:extLst>
            </p:cNvPr>
            <p:cNvSpPr txBox="1"/>
            <p:nvPr/>
          </p:nvSpPr>
          <p:spPr>
            <a:xfrm>
              <a:off x="1831025" y="5887119"/>
              <a:ext cx="769997" cy="267567"/>
            </a:xfrm>
            <a:prstGeom prst="rect">
              <a:avLst/>
            </a:prstGeom>
            <a:noFill/>
          </p:spPr>
          <p:txBody>
            <a:bodyPr wrap="none" rtlCol="0">
              <a:spAutoFit/>
            </a:bodyPr>
            <a:lstStyle/>
            <a:p>
              <a:pPr algn="l"/>
              <a:r>
                <a:rPr lang="en-GB" sz="931" b="1" spc="0" baseline="0">
                  <a:ln/>
                  <a:solidFill>
                    <a:srgbClr val="1A1A1A"/>
                  </a:solidFill>
                  <a:latin typeface="Arial"/>
                  <a:cs typeface="Arial"/>
                  <a:sym typeface="Arial"/>
                  <a:rtl val="0"/>
                </a:rPr>
                <a:t>June 21</a:t>
              </a:r>
            </a:p>
          </p:txBody>
        </p:sp>
        <p:sp>
          <p:nvSpPr>
            <p:cNvPr id="159" name="TextBox 158">
              <a:extLst>
                <a:ext uri="{FF2B5EF4-FFF2-40B4-BE49-F238E27FC236}">
                  <a16:creationId xmlns:a16="http://schemas.microsoft.com/office/drawing/2014/main" id="{A839EA64-B947-EFC5-5513-BF88EE99E865}"/>
                </a:ext>
              </a:extLst>
            </p:cNvPr>
            <p:cNvSpPr txBox="1"/>
            <p:nvPr/>
          </p:nvSpPr>
          <p:spPr>
            <a:xfrm>
              <a:off x="3491521" y="5887119"/>
              <a:ext cx="761145" cy="267567"/>
            </a:xfrm>
            <a:prstGeom prst="rect">
              <a:avLst/>
            </a:prstGeom>
            <a:noFill/>
          </p:spPr>
          <p:txBody>
            <a:bodyPr wrap="none" rtlCol="0">
              <a:spAutoFit/>
            </a:bodyPr>
            <a:lstStyle/>
            <a:p>
              <a:pPr algn="l"/>
              <a:r>
                <a:rPr lang="en-GB" sz="931" b="1" spc="0" baseline="0">
                  <a:ln/>
                  <a:solidFill>
                    <a:srgbClr val="1A1A1A"/>
                  </a:solidFill>
                  <a:latin typeface="Arial"/>
                  <a:cs typeface="Arial"/>
                  <a:sym typeface="Arial"/>
                  <a:rtl val="0"/>
                </a:rPr>
                <a:t>April 22</a:t>
              </a:r>
            </a:p>
          </p:txBody>
        </p:sp>
        <p:sp>
          <p:nvSpPr>
            <p:cNvPr id="160" name="TextBox 159">
              <a:extLst>
                <a:ext uri="{FF2B5EF4-FFF2-40B4-BE49-F238E27FC236}">
                  <a16:creationId xmlns:a16="http://schemas.microsoft.com/office/drawing/2014/main" id="{560757BE-EE94-D832-F1A4-D1060C1F9ED0}"/>
                </a:ext>
              </a:extLst>
            </p:cNvPr>
            <p:cNvSpPr txBox="1"/>
            <p:nvPr/>
          </p:nvSpPr>
          <p:spPr>
            <a:xfrm>
              <a:off x="5173659" y="5887119"/>
              <a:ext cx="708722" cy="267567"/>
            </a:xfrm>
            <a:prstGeom prst="rect">
              <a:avLst/>
            </a:prstGeom>
            <a:noFill/>
          </p:spPr>
          <p:txBody>
            <a:bodyPr wrap="none" rtlCol="0">
              <a:spAutoFit/>
            </a:bodyPr>
            <a:lstStyle/>
            <a:p>
              <a:pPr algn="l"/>
              <a:r>
                <a:rPr lang="en-GB" sz="931" b="1" spc="0" baseline="0">
                  <a:ln/>
                  <a:solidFill>
                    <a:srgbClr val="1A1A1A"/>
                  </a:solidFill>
                  <a:latin typeface="Arial"/>
                  <a:cs typeface="Arial"/>
                  <a:sym typeface="Arial"/>
                  <a:rtl val="0"/>
                </a:rPr>
                <a:t>May 22</a:t>
              </a:r>
            </a:p>
          </p:txBody>
        </p:sp>
        <p:sp>
          <p:nvSpPr>
            <p:cNvPr id="161" name="TextBox 160">
              <a:extLst>
                <a:ext uri="{FF2B5EF4-FFF2-40B4-BE49-F238E27FC236}">
                  <a16:creationId xmlns:a16="http://schemas.microsoft.com/office/drawing/2014/main" id="{38A00EAF-EA72-063D-CFDF-E4A8A2CDF820}"/>
                </a:ext>
              </a:extLst>
            </p:cNvPr>
            <p:cNvSpPr txBox="1"/>
            <p:nvPr/>
          </p:nvSpPr>
          <p:spPr>
            <a:xfrm>
              <a:off x="6799091" y="5887119"/>
              <a:ext cx="769997" cy="267567"/>
            </a:xfrm>
            <a:prstGeom prst="rect">
              <a:avLst/>
            </a:prstGeom>
            <a:noFill/>
          </p:spPr>
          <p:txBody>
            <a:bodyPr wrap="none" rtlCol="0">
              <a:spAutoFit/>
            </a:bodyPr>
            <a:lstStyle/>
            <a:p>
              <a:pPr algn="l"/>
              <a:r>
                <a:rPr lang="en-GB" sz="931" b="1" spc="0" baseline="0">
                  <a:ln/>
                  <a:solidFill>
                    <a:srgbClr val="1A1A1A"/>
                  </a:solidFill>
                  <a:latin typeface="Arial"/>
                  <a:cs typeface="Arial"/>
                  <a:sym typeface="Arial"/>
                  <a:rtl val="0"/>
                </a:rPr>
                <a:t>June 22</a:t>
              </a:r>
            </a:p>
          </p:txBody>
        </p:sp>
        <p:sp>
          <p:nvSpPr>
            <p:cNvPr id="162" name="TextBox 161">
              <a:extLst>
                <a:ext uri="{FF2B5EF4-FFF2-40B4-BE49-F238E27FC236}">
                  <a16:creationId xmlns:a16="http://schemas.microsoft.com/office/drawing/2014/main" id="{A5860BBE-9ABB-9D0B-C55E-865EDB72471A}"/>
                </a:ext>
              </a:extLst>
            </p:cNvPr>
            <p:cNvSpPr txBox="1"/>
            <p:nvPr/>
          </p:nvSpPr>
          <p:spPr>
            <a:xfrm>
              <a:off x="8481410" y="5887119"/>
              <a:ext cx="717498" cy="267567"/>
            </a:xfrm>
            <a:prstGeom prst="rect">
              <a:avLst/>
            </a:prstGeom>
            <a:noFill/>
          </p:spPr>
          <p:txBody>
            <a:bodyPr wrap="none" rtlCol="0">
              <a:spAutoFit/>
            </a:bodyPr>
            <a:lstStyle/>
            <a:p>
              <a:pPr algn="l"/>
              <a:r>
                <a:rPr lang="en-GB" sz="931" b="1" spc="0" baseline="0">
                  <a:ln/>
                  <a:solidFill>
                    <a:srgbClr val="1A1A1A"/>
                  </a:solidFill>
                  <a:latin typeface="Arial"/>
                  <a:cs typeface="Arial"/>
                  <a:sym typeface="Arial"/>
                  <a:rtl val="0"/>
                </a:rPr>
                <a:t>July 22</a:t>
              </a:r>
            </a:p>
          </p:txBody>
        </p:sp>
        <p:grpSp>
          <p:nvGrpSpPr>
            <p:cNvPr id="163" name="Graphic 11">
              <a:extLst>
                <a:ext uri="{FF2B5EF4-FFF2-40B4-BE49-F238E27FC236}">
                  <a16:creationId xmlns:a16="http://schemas.microsoft.com/office/drawing/2014/main" id="{9D35E585-88FB-ECA1-1C21-9242A988FBCA}"/>
                </a:ext>
              </a:extLst>
            </p:cNvPr>
            <p:cNvGrpSpPr/>
            <p:nvPr/>
          </p:nvGrpSpPr>
          <p:grpSpPr>
            <a:xfrm>
              <a:off x="948373" y="336937"/>
              <a:ext cx="10213244" cy="6140992"/>
              <a:chOff x="948373" y="336937"/>
              <a:chExt cx="10213244" cy="6140992"/>
            </a:xfrm>
          </p:grpSpPr>
          <p:sp>
            <p:nvSpPr>
              <p:cNvPr id="164" name="TextBox 163">
                <a:extLst>
                  <a:ext uri="{FF2B5EF4-FFF2-40B4-BE49-F238E27FC236}">
                    <a16:creationId xmlns:a16="http://schemas.microsoft.com/office/drawing/2014/main" id="{B0C1126A-3A25-BB5C-9A2A-C1D04A7D2677}"/>
                  </a:ext>
                </a:extLst>
              </p:cNvPr>
              <p:cNvSpPr txBox="1"/>
              <p:nvPr/>
            </p:nvSpPr>
            <p:spPr>
              <a:xfrm>
                <a:off x="1236548" y="5524880"/>
                <a:ext cx="262588" cy="251555"/>
              </a:xfrm>
              <a:prstGeom prst="rect">
                <a:avLst/>
              </a:prstGeom>
              <a:noFill/>
            </p:spPr>
            <p:txBody>
              <a:bodyPr wrap="none" rtlCol="0">
                <a:spAutoFit/>
              </a:bodyPr>
              <a:lstStyle/>
              <a:p>
                <a:pPr algn="l"/>
                <a:r>
                  <a:rPr lang="en-GB" sz="846" spc="0" baseline="0">
                    <a:ln/>
                    <a:solidFill>
                      <a:srgbClr val="4D4D4D"/>
                    </a:solidFill>
                    <a:latin typeface="Arial"/>
                    <a:cs typeface="Arial"/>
                    <a:sym typeface="Arial"/>
                    <a:rtl val="0"/>
                  </a:rPr>
                  <a:t>0</a:t>
                </a:r>
              </a:p>
            </p:txBody>
          </p:sp>
          <p:sp>
            <p:nvSpPr>
              <p:cNvPr id="165" name="TextBox 164">
                <a:extLst>
                  <a:ext uri="{FF2B5EF4-FFF2-40B4-BE49-F238E27FC236}">
                    <a16:creationId xmlns:a16="http://schemas.microsoft.com/office/drawing/2014/main" id="{C0CB52FF-62A3-589B-1420-5CFEA1DB1425}"/>
                  </a:ext>
                </a:extLst>
              </p:cNvPr>
              <p:cNvSpPr txBox="1"/>
              <p:nvPr/>
            </p:nvSpPr>
            <p:spPr>
              <a:xfrm>
                <a:off x="1236548" y="4251190"/>
                <a:ext cx="262588" cy="251555"/>
              </a:xfrm>
              <a:prstGeom prst="rect">
                <a:avLst/>
              </a:prstGeom>
              <a:noFill/>
            </p:spPr>
            <p:txBody>
              <a:bodyPr wrap="none" rtlCol="0">
                <a:spAutoFit/>
              </a:bodyPr>
              <a:lstStyle/>
              <a:p>
                <a:pPr algn="l"/>
                <a:r>
                  <a:rPr lang="en-GB" sz="846" spc="0" baseline="0">
                    <a:ln/>
                    <a:solidFill>
                      <a:srgbClr val="4D4D4D"/>
                    </a:solidFill>
                    <a:latin typeface="Arial"/>
                    <a:cs typeface="Arial"/>
                    <a:sym typeface="Arial"/>
                    <a:rtl val="0"/>
                  </a:rPr>
                  <a:t>5</a:t>
                </a:r>
              </a:p>
            </p:txBody>
          </p:sp>
          <p:sp>
            <p:nvSpPr>
              <p:cNvPr id="166" name="TextBox 165">
                <a:extLst>
                  <a:ext uri="{FF2B5EF4-FFF2-40B4-BE49-F238E27FC236}">
                    <a16:creationId xmlns:a16="http://schemas.microsoft.com/office/drawing/2014/main" id="{BBAA728C-8E39-1EE1-848C-BE70F3369A3C}"/>
                  </a:ext>
                </a:extLst>
              </p:cNvPr>
              <p:cNvSpPr txBox="1"/>
              <p:nvPr/>
            </p:nvSpPr>
            <p:spPr>
              <a:xfrm>
                <a:off x="1156839" y="2977500"/>
                <a:ext cx="342296" cy="251555"/>
              </a:xfrm>
              <a:prstGeom prst="rect">
                <a:avLst/>
              </a:prstGeom>
              <a:noFill/>
            </p:spPr>
            <p:txBody>
              <a:bodyPr wrap="none" rtlCol="0">
                <a:spAutoFit/>
              </a:bodyPr>
              <a:lstStyle/>
              <a:p>
                <a:pPr algn="l"/>
                <a:r>
                  <a:rPr lang="en-GB" sz="846" spc="0" baseline="0">
                    <a:ln/>
                    <a:solidFill>
                      <a:srgbClr val="4D4D4D"/>
                    </a:solidFill>
                    <a:latin typeface="Arial"/>
                    <a:cs typeface="Arial"/>
                    <a:sym typeface="Arial"/>
                    <a:rtl val="0"/>
                  </a:rPr>
                  <a:t>10</a:t>
                </a:r>
              </a:p>
            </p:txBody>
          </p:sp>
          <p:sp>
            <p:nvSpPr>
              <p:cNvPr id="167" name="TextBox 166">
                <a:extLst>
                  <a:ext uri="{FF2B5EF4-FFF2-40B4-BE49-F238E27FC236}">
                    <a16:creationId xmlns:a16="http://schemas.microsoft.com/office/drawing/2014/main" id="{EEDE5980-3E5D-4E05-82E1-9E01C84AAAF5}"/>
                  </a:ext>
                </a:extLst>
              </p:cNvPr>
              <p:cNvSpPr txBox="1"/>
              <p:nvPr/>
            </p:nvSpPr>
            <p:spPr>
              <a:xfrm>
                <a:off x="1156839" y="1703666"/>
                <a:ext cx="342296" cy="251555"/>
              </a:xfrm>
              <a:prstGeom prst="rect">
                <a:avLst/>
              </a:prstGeom>
              <a:noFill/>
            </p:spPr>
            <p:txBody>
              <a:bodyPr wrap="none" rtlCol="0">
                <a:spAutoFit/>
              </a:bodyPr>
              <a:lstStyle/>
              <a:p>
                <a:pPr algn="l"/>
                <a:r>
                  <a:rPr lang="en-GB" sz="846" spc="0" baseline="0">
                    <a:ln/>
                    <a:solidFill>
                      <a:srgbClr val="4D4D4D"/>
                    </a:solidFill>
                    <a:latin typeface="Arial"/>
                    <a:cs typeface="Arial"/>
                    <a:sym typeface="Arial"/>
                    <a:rtl val="0"/>
                  </a:rPr>
                  <a:t>15</a:t>
                </a:r>
              </a:p>
            </p:txBody>
          </p:sp>
          <p:sp>
            <p:nvSpPr>
              <p:cNvPr id="168" name="TextBox 167">
                <a:extLst>
                  <a:ext uri="{FF2B5EF4-FFF2-40B4-BE49-F238E27FC236}">
                    <a16:creationId xmlns:a16="http://schemas.microsoft.com/office/drawing/2014/main" id="{02B6C03C-CB9A-F496-E53E-604342E3CA96}"/>
                  </a:ext>
                </a:extLst>
              </p:cNvPr>
              <p:cNvSpPr txBox="1"/>
              <p:nvPr/>
            </p:nvSpPr>
            <p:spPr>
              <a:xfrm>
                <a:off x="4639457" y="6178339"/>
                <a:ext cx="1777125" cy="299590"/>
              </a:xfrm>
              <a:prstGeom prst="rect">
                <a:avLst/>
              </a:prstGeom>
              <a:noFill/>
            </p:spPr>
            <p:txBody>
              <a:bodyPr wrap="none" rtlCol="0">
                <a:spAutoFit/>
              </a:bodyPr>
              <a:lstStyle/>
              <a:p>
                <a:pPr algn="l"/>
                <a:r>
                  <a:rPr lang="en-GB" sz="1100" b="1" spc="0" baseline="0">
                    <a:ln/>
                    <a:solidFill>
                      <a:srgbClr val="000000"/>
                    </a:solidFill>
                    <a:latin typeface="Arial"/>
                    <a:cs typeface="Arial"/>
                    <a:sym typeface="Arial"/>
                    <a:rtl val="0"/>
                  </a:rPr>
                  <a:t>Date (month-year)</a:t>
                </a:r>
              </a:p>
            </p:txBody>
          </p:sp>
          <p:sp>
            <p:nvSpPr>
              <p:cNvPr id="169" name="TextBox 168">
                <a:extLst>
                  <a:ext uri="{FF2B5EF4-FFF2-40B4-BE49-F238E27FC236}">
                    <a16:creationId xmlns:a16="http://schemas.microsoft.com/office/drawing/2014/main" id="{ED93FE75-B184-60CE-F88E-4D0ABBC0EF83}"/>
                  </a:ext>
                </a:extLst>
              </p:cNvPr>
              <p:cNvSpPr txBox="1"/>
              <p:nvPr/>
            </p:nvSpPr>
            <p:spPr>
              <a:xfrm rot="-5400000">
                <a:off x="168257" y="3271321"/>
                <a:ext cx="1859822" cy="299590"/>
              </a:xfrm>
              <a:prstGeom prst="rect">
                <a:avLst/>
              </a:prstGeom>
              <a:noFill/>
            </p:spPr>
            <p:txBody>
              <a:bodyPr wrap="none" rtlCol="0">
                <a:spAutoFit/>
              </a:bodyPr>
              <a:lstStyle/>
              <a:p>
                <a:pPr algn="l"/>
                <a:r>
                  <a:rPr lang="en-GB" sz="1100" b="1" spc="0" baseline="0">
                    <a:ln/>
                    <a:solidFill>
                      <a:srgbClr val="000000"/>
                    </a:solidFill>
                    <a:latin typeface="Arial"/>
                    <a:cs typeface="Arial"/>
                    <a:sym typeface="Arial"/>
                    <a:rtl val="0"/>
                  </a:rPr>
                  <a:t>Abundance (log10)</a:t>
                </a:r>
              </a:p>
            </p:txBody>
          </p:sp>
          <p:sp>
            <p:nvSpPr>
              <p:cNvPr id="170" name="TextBox 169">
                <a:extLst>
                  <a:ext uri="{FF2B5EF4-FFF2-40B4-BE49-F238E27FC236}">
                    <a16:creationId xmlns:a16="http://schemas.microsoft.com/office/drawing/2014/main" id="{9013B22D-096A-81D1-140A-6031429AE983}"/>
                  </a:ext>
                </a:extLst>
              </p:cNvPr>
              <p:cNvSpPr txBox="1"/>
              <p:nvPr/>
            </p:nvSpPr>
            <p:spPr>
              <a:xfrm>
                <a:off x="9751821" y="2236306"/>
                <a:ext cx="717722" cy="299590"/>
              </a:xfrm>
              <a:prstGeom prst="rect">
                <a:avLst/>
              </a:prstGeom>
              <a:noFill/>
            </p:spPr>
            <p:txBody>
              <a:bodyPr wrap="none" rtlCol="0">
                <a:spAutoFit/>
              </a:bodyPr>
              <a:lstStyle/>
              <a:p>
                <a:pPr algn="l"/>
                <a:r>
                  <a:rPr lang="en-GB" sz="1100" b="1" spc="0" baseline="0">
                    <a:ln/>
                    <a:solidFill>
                      <a:srgbClr val="000000"/>
                    </a:solidFill>
                    <a:latin typeface="Arial"/>
                    <a:cs typeface="Arial"/>
                    <a:sym typeface="Arial"/>
                    <a:rtl val="0"/>
                  </a:rPr>
                  <a:t>Taxon</a:t>
                </a:r>
              </a:p>
            </p:txBody>
          </p:sp>
          <p:sp>
            <p:nvSpPr>
              <p:cNvPr id="171" name="Free-form: Shape 170">
                <a:extLst>
                  <a:ext uri="{FF2B5EF4-FFF2-40B4-BE49-F238E27FC236}">
                    <a16:creationId xmlns:a16="http://schemas.microsoft.com/office/drawing/2014/main" id="{94B02D6D-862E-7B78-744E-678EA3455923}"/>
                  </a:ext>
                </a:extLst>
              </p:cNvPr>
              <p:cNvSpPr/>
              <p:nvPr/>
            </p:nvSpPr>
            <p:spPr>
              <a:xfrm>
                <a:off x="9853436" y="2573376"/>
                <a:ext cx="227306" cy="227306"/>
              </a:xfrm>
              <a:custGeom>
                <a:avLst/>
                <a:gdLst>
                  <a:gd name="connsiteX0" fmla="*/ 0 w 227306"/>
                  <a:gd name="connsiteY0" fmla="*/ 0 h 227306"/>
                  <a:gd name="connsiteX1" fmla="*/ 227306 w 227306"/>
                  <a:gd name="connsiteY1" fmla="*/ 0 h 227306"/>
                  <a:gd name="connsiteX2" fmla="*/ 227306 w 227306"/>
                  <a:gd name="connsiteY2" fmla="*/ 227307 h 227306"/>
                  <a:gd name="connsiteX3" fmla="*/ 0 w 227306"/>
                  <a:gd name="connsiteY3" fmla="*/ 227307 h 227306"/>
                </a:gdLst>
                <a:ahLst/>
                <a:cxnLst>
                  <a:cxn ang="0">
                    <a:pos x="connsiteX0" y="connsiteY0"/>
                  </a:cxn>
                  <a:cxn ang="0">
                    <a:pos x="connsiteX1" y="connsiteY1"/>
                  </a:cxn>
                  <a:cxn ang="0">
                    <a:pos x="connsiteX2" y="connsiteY2"/>
                  </a:cxn>
                  <a:cxn ang="0">
                    <a:pos x="connsiteX3" y="connsiteY3"/>
                  </a:cxn>
                </a:cxnLst>
                <a:rect l="l" t="t" r="r" b="b"/>
                <a:pathLst>
                  <a:path w="227306" h="227306">
                    <a:moveTo>
                      <a:pt x="0" y="0"/>
                    </a:moveTo>
                    <a:lnTo>
                      <a:pt x="227306" y="0"/>
                    </a:lnTo>
                    <a:lnTo>
                      <a:pt x="227306" y="227307"/>
                    </a:lnTo>
                    <a:lnTo>
                      <a:pt x="0" y="227307"/>
                    </a:lnTo>
                    <a:close/>
                  </a:path>
                </a:pathLst>
              </a:custGeom>
              <a:solidFill>
                <a:srgbClr val="440154"/>
              </a:solidFill>
              <a:ln w="15330" cap="flat">
                <a:noFill/>
                <a:prstDash val="solid"/>
                <a:miter/>
              </a:ln>
            </p:spPr>
            <p:txBody>
              <a:bodyPr rtlCol="0" anchor="ctr"/>
              <a:lstStyle/>
              <a:p>
                <a:endParaRPr lang="en-GB"/>
              </a:p>
            </p:txBody>
          </p:sp>
          <p:sp>
            <p:nvSpPr>
              <p:cNvPr id="172" name="Free-form: Shape 171">
                <a:extLst>
                  <a:ext uri="{FF2B5EF4-FFF2-40B4-BE49-F238E27FC236}">
                    <a16:creationId xmlns:a16="http://schemas.microsoft.com/office/drawing/2014/main" id="{7E85C0A7-5B6B-7592-38A0-5A79AD48759C}"/>
                  </a:ext>
                </a:extLst>
              </p:cNvPr>
              <p:cNvSpPr/>
              <p:nvPr/>
            </p:nvSpPr>
            <p:spPr>
              <a:xfrm>
                <a:off x="9853436" y="2821034"/>
                <a:ext cx="227306" cy="227306"/>
              </a:xfrm>
              <a:custGeom>
                <a:avLst/>
                <a:gdLst>
                  <a:gd name="connsiteX0" fmla="*/ 0 w 227306"/>
                  <a:gd name="connsiteY0" fmla="*/ 0 h 227306"/>
                  <a:gd name="connsiteX1" fmla="*/ 227306 w 227306"/>
                  <a:gd name="connsiteY1" fmla="*/ 0 h 227306"/>
                  <a:gd name="connsiteX2" fmla="*/ 227306 w 227306"/>
                  <a:gd name="connsiteY2" fmla="*/ 227307 h 227306"/>
                  <a:gd name="connsiteX3" fmla="*/ 0 w 227306"/>
                  <a:gd name="connsiteY3" fmla="*/ 227307 h 227306"/>
                </a:gdLst>
                <a:ahLst/>
                <a:cxnLst>
                  <a:cxn ang="0">
                    <a:pos x="connsiteX0" y="connsiteY0"/>
                  </a:cxn>
                  <a:cxn ang="0">
                    <a:pos x="connsiteX1" y="connsiteY1"/>
                  </a:cxn>
                  <a:cxn ang="0">
                    <a:pos x="connsiteX2" y="connsiteY2"/>
                  </a:cxn>
                  <a:cxn ang="0">
                    <a:pos x="connsiteX3" y="connsiteY3"/>
                  </a:cxn>
                </a:cxnLst>
                <a:rect l="l" t="t" r="r" b="b"/>
                <a:pathLst>
                  <a:path w="227306" h="227306">
                    <a:moveTo>
                      <a:pt x="0" y="0"/>
                    </a:moveTo>
                    <a:lnTo>
                      <a:pt x="227306" y="0"/>
                    </a:lnTo>
                    <a:lnTo>
                      <a:pt x="227306" y="227307"/>
                    </a:lnTo>
                    <a:lnTo>
                      <a:pt x="0" y="227307"/>
                    </a:lnTo>
                    <a:close/>
                  </a:path>
                </a:pathLst>
              </a:custGeom>
              <a:solidFill>
                <a:srgbClr val="46337E"/>
              </a:solidFill>
              <a:ln w="15330" cap="flat">
                <a:noFill/>
                <a:prstDash val="solid"/>
                <a:miter/>
              </a:ln>
            </p:spPr>
            <p:txBody>
              <a:bodyPr rtlCol="0" anchor="ctr"/>
              <a:lstStyle/>
              <a:p>
                <a:endParaRPr lang="en-GB"/>
              </a:p>
            </p:txBody>
          </p:sp>
          <p:sp>
            <p:nvSpPr>
              <p:cNvPr id="173" name="Free-form: Shape 172">
                <a:extLst>
                  <a:ext uri="{FF2B5EF4-FFF2-40B4-BE49-F238E27FC236}">
                    <a16:creationId xmlns:a16="http://schemas.microsoft.com/office/drawing/2014/main" id="{08F5791F-FFB1-B61A-D8E9-CA5C6D949131}"/>
                  </a:ext>
                </a:extLst>
              </p:cNvPr>
              <p:cNvSpPr/>
              <p:nvPr/>
            </p:nvSpPr>
            <p:spPr>
              <a:xfrm>
                <a:off x="9853436" y="3068692"/>
                <a:ext cx="227306" cy="227306"/>
              </a:xfrm>
              <a:custGeom>
                <a:avLst/>
                <a:gdLst>
                  <a:gd name="connsiteX0" fmla="*/ 0 w 227306"/>
                  <a:gd name="connsiteY0" fmla="*/ 0 h 227306"/>
                  <a:gd name="connsiteX1" fmla="*/ 227306 w 227306"/>
                  <a:gd name="connsiteY1" fmla="*/ 0 h 227306"/>
                  <a:gd name="connsiteX2" fmla="*/ 227306 w 227306"/>
                  <a:gd name="connsiteY2" fmla="*/ 227306 h 227306"/>
                  <a:gd name="connsiteX3" fmla="*/ 0 w 227306"/>
                  <a:gd name="connsiteY3" fmla="*/ 227306 h 227306"/>
                </a:gdLst>
                <a:ahLst/>
                <a:cxnLst>
                  <a:cxn ang="0">
                    <a:pos x="connsiteX0" y="connsiteY0"/>
                  </a:cxn>
                  <a:cxn ang="0">
                    <a:pos x="connsiteX1" y="connsiteY1"/>
                  </a:cxn>
                  <a:cxn ang="0">
                    <a:pos x="connsiteX2" y="connsiteY2"/>
                  </a:cxn>
                  <a:cxn ang="0">
                    <a:pos x="connsiteX3" y="connsiteY3"/>
                  </a:cxn>
                </a:cxnLst>
                <a:rect l="l" t="t" r="r" b="b"/>
                <a:pathLst>
                  <a:path w="227306" h="227306">
                    <a:moveTo>
                      <a:pt x="0" y="0"/>
                    </a:moveTo>
                    <a:lnTo>
                      <a:pt x="227306" y="0"/>
                    </a:lnTo>
                    <a:lnTo>
                      <a:pt x="227306" y="227306"/>
                    </a:lnTo>
                    <a:lnTo>
                      <a:pt x="0" y="227306"/>
                    </a:lnTo>
                    <a:close/>
                  </a:path>
                </a:pathLst>
              </a:custGeom>
              <a:solidFill>
                <a:srgbClr val="365C8D"/>
              </a:solidFill>
              <a:ln w="15330" cap="flat">
                <a:noFill/>
                <a:prstDash val="solid"/>
                <a:miter/>
              </a:ln>
            </p:spPr>
            <p:txBody>
              <a:bodyPr rtlCol="0" anchor="ctr"/>
              <a:lstStyle/>
              <a:p>
                <a:endParaRPr lang="en-GB"/>
              </a:p>
            </p:txBody>
          </p:sp>
          <p:sp>
            <p:nvSpPr>
              <p:cNvPr id="174" name="Free-form: Shape 173">
                <a:extLst>
                  <a:ext uri="{FF2B5EF4-FFF2-40B4-BE49-F238E27FC236}">
                    <a16:creationId xmlns:a16="http://schemas.microsoft.com/office/drawing/2014/main" id="{FDA067EC-AE15-FED7-AD09-12FB944F4BBA}"/>
                  </a:ext>
                </a:extLst>
              </p:cNvPr>
              <p:cNvSpPr/>
              <p:nvPr/>
            </p:nvSpPr>
            <p:spPr>
              <a:xfrm>
                <a:off x="9853436" y="3316350"/>
                <a:ext cx="227306" cy="227306"/>
              </a:xfrm>
              <a:custGeom>
                <a:avLst/>
                <a:gdLst>
                  <a:gd name="connsiteX0" fmla="*/ 0 w 227306"/>
                  <a:gd name="connsiteY0" fmla="*/ 0 h 227306"/>
                  <a:gd name="connsiteX1" fmla="*/ 227306 w 227306"/>
                  <a:gd name="connsiteY1" fmla="*/ 0 h 227306"/>
                  <a:gd name="connsiteX2" fmla="*/ 227306 w 227306"/>
                  <a:gd name="connsiteY2" fmla="*/ 227306 h 227306"/>
                  <a:gd name="connsiteX3" fmla="*/ 0 w 227306"/>
                  <a:gd name="connsiteY3" fmla="*/ 227306 h 227306"/>
                </a:gdLst>
                <a:ahLst/>
                <a:cxnLst>
                  <a:cxn ang="0">
                    <a:pos x="connsiteX0" y="connsiteY0"/>
                  </a:cxn>
                  <a:cxn ang="0">
                    <a:pos x="connsiteX1" y="connsiteY1"/>
                  </a:cxn>
                  <a:cxn ang="0">
                    <a:pos x="connsiteX2" y="connsiteY2"/>
                  </a:cxn>
                  <a:cxn ang="0">
                    <a:pos x="connsiteX3" y="connsiteY3"/>
                  </a:cxn>
                </a:cxnLst>
                <a:rect l="l" t="t" r="r" b="b"/>
                <a:pathLst>
                  <a:path w="227306" h="227306">
                    <a:moveTo>
                      <a:pt x="0" y="0"/>
                    </a:moveTo>
                    <a:lnTo>
                      <a:pt x="227306" y="0"/>
                    </a:lnTo>
                    <a:lnTo>
                      <a:pt x="227306" y="227306"/>
                    </a:lnTo>
                    <a:lnTo>
                      <a:pt x="0" y="227306"/>
                    </a:lnTo>
                    <a:close/>
                  </a:path>
                </a:pathLst>
              </a:custGeom>
              <a:solidFill>
                <a:srgbClr val="277F8E"/>
              </a:solidFill>
              <a:ln w="15330" cap="flat">
                <a:noFill/>
                <a:prstDash val="solid"/>
                <a:miter/>
              </a:ln>
            </p:spPr>
            <p:txBody>
              <a:bodyPr rtlCol="0" anchor="ctr"/>
              <a:lstStyle/>
              <a:p>
                <a:endParaRPr lang="en-GB"/>
              </a:p>
            </p:txBody>
          </p:sp>
          <p:sp>
            <p:nvSpPr>
              <p:cNvPr id="175" name="Free-form: Shape 174">
                <a:extLst>
                  <a:ext uri="{FF2B5EF4-FFF2-40B4-BE49-F238E27FC236}">
                    <a16:creationId xmlns:a16="http://schemas.microsoft.com/office/drawing/2014/main" id="{AD591648-5AFD-FB65-4485-21EB6C9E5DF3}"/>
                  </a:ext>
                </a:extLst>
              </p:cNvPr>
              <p:cNvSpPr/>
              <p:nvPr/>
            </p:nvSpPr>
            <p:spPr>
              <a:xfrm>
                <a:off x="9853436" y="3564008"/>
                <a:ext cx="227306" cy="227306"/>
              </a:xfrm>
              <a:custGeom>
                <a:avLst/>
                <a:gdLst>
                  <a:gd name="connsiteX0" fmla="*/ 0 w 227306"/>
                  <a:gd name="connsiteY0" fmla="*/ 0 h 227306"/>
                  <a:gd name="connsiteX1" fmla="*/ 227306 w 227306"/>
                  <a:gd name="connsiteY1" fmla="*/ 0 h 227306"/>
                  <a:gd name="connsiteX2" fmla="*/ 227306 w 227306"/>
                  <a:gd name="connsiteY2" fmla="*/ 227306 h 227306"/>
                  <a:gd name="connsiteX3" fmla="*/ 0 w 227306"/>
                  <a:gd name="connsiteY3" fmla="*/ 227306 h 227306"/>
                </a:gdLst>
                <a:ahLst/>
                <a:cxnLst>
                  <a:cxn ang="0">
                    <a:pos x="connsiteX0" y="connsiteY0"/>
                  </a:cxn>
                  <a:cxn ang="0">
                    <a:pos x="connsiteX1" y="connsiteY1"/>
                  </a:cxn>
                  <a:cxn ang="0">
                    <a:pos x="connsiteX2" y="connsiteY2"/>
                  </a:cxn>
                  <a:cxn ang="0">
                    <a:pos x="connsiteX3" y="connsiteY3"/>
                  </a:cxn>
                </a:cxnLst>
                <a:rect l="l" t="t" r="r" b="b"/>
                <a:pathLst>
                  <a:path w="227306" h="227306">
                    <a:moveTo>
                      <a:pt x="0" y="0"/>
                    </a:moveTo>
                    <a:lnTo>
                      <a:pt x="227306" y="0"/>
                    </a:lnTo>
                    <a:lnTo>
                      <a:pt x="227306" y="227306"/>
                    </a:lnTo>
                    <a:lnTo>
                      <a:pt x="0" y="227306"/>
                    </a:lnTo>
                    <a:close/>
                  </a:path>
                </a:pathLst>
              </a:custGeom>
              <a:solidFill>
                <a:srgbClr val="1FA187"/>
              </a:solidFill>
              <a:ln w="15330" cap="flat">
                <a:noFill/>
                <a:prstDash val="solid"/>
                <a:miter/>
              </a:ln>
            </p:spPr>
            <p:txBody>
              <a:bodyPr rtlCol="0" anchor="ctr"/>
              <a:lstStyle/>
              <a:p>
                <a:endParaRPr lang="en-GB"/>
              </a:p>
            </p:txBody>
          </p:sp>
          <p:sp>
            <p:nvSpPr>
              <p:cNvPr id="176" name="Free-form: Shape 175">
                <a:extLst>
                  <a:ext uri="{FF2B5EF4-FFF2-40B4-BE49-F238E27FC236}">
                    <a16:creationId xmlns:a16="http://schemas.microsoft.com/office/drawing/2014/main" id="{7CC7BC61-2975-5FA0-5E85-B630887640A9}"/>
                  </a:ext>
                </a:extLst>
              </p:cNvPr>
              <p:cNvSpPr/>
              <p:nvPr/>
            </p:nvSpPr>
            <p:spPr>
              <a:xfrm>
                <a:off x="9853436" y="3811666"/>
                <a:ext cx="227306" cy="227306"/>
              </a:xfrm>
              <a:custGeom>
                <a:avLst/>
                <a:gdLst>
                  <a:gd name="connsiteX0" fmla="*/ 0 w 227306"/>
                  <a:gd name="connsiteY0" fmla="*/ 0 h 227306"/>
                  <a:gd name="connsiteX1" fmla="*/ 227306 w 227306"/>
                  <a:gd name="connsiteY1" fmla="*/ 0 h 227306"/>
                  <a:gd name="connsiteX2" fmla="*/ 227306 w 227306"/>
                  <a:gd name="connsiteY2" fmla="*/ 227306 h 227306"/>
                  <a:gd name="connsiteX3" fmla="*/ 0 w 227306"/>
                  <a:gd name="connsiteY3" fmla="*/ 227306 h 227306"/>
                </a:gdLst>
                <a:ahLst/>
                <a:cxnLst>
                  <a:cxn ang="0">
                    <a:pos x="connsiteX0" y="connsiteY0"/>
                  </a:cxn>
                  <a:cxn ang="0">
                    <a:pos x="connsiteX1" y="connsiteY1"/>
                  </a:cxn>
                  <a:cxn ang="0">
                    <a:pos x="connsiteX2" y="connsiteY2"/>
                  </a:cxn>
                  <a:cxn ang="0">
                    <a:pos x="connsiteX3" y="connsiteY3"/>
                  </a:cxn>
                </a:cxnLst>
                <a:rect l="l" t="t" r="r" b="b"/>
                <a:pathLst>
                  <a:path w="227306" h="227306">
                    <a:moveTo>
                      <a:pt x="0" y="0"/>
                    </a:moveTo>
                    <a:lnTo>
                      <a:pt x="227306" y="0"/>
                    </a:lnTo>
                    <a:lnTo>
                      <a:pt x="227306" y="227306"/>
                    </a:lnTo>
                    <a:lnTo>
                      <a:pt x="0" y="227306"/>
                    </a:lnTo>
                    <a:close/>
                  </a:path>
                </a:pathLst>
              </a:custGeom>
              <a:solidFill>
                <a:srgbClr val="4AC16D"/>
              </a:solidFill>
              <a:ln w="15330" cap="flat">
                <a:noFill/>
                <a:prstDash val="solid"/>
                <a:miter/>
              </a:ln>
            </p:spPr>
            <p:txBody>
              <a:bodyPr rtlCol="0" anchor="ctr"/>
              <a:lstStyle/>
              <a:p>
                <a:endParaRPr lang="en-GB"/>
              </a:p>
            </p:txBody>
          </p:sp>
          <p:sp>
            <p:nvSpPr>
              <p:cNvPr id="177" name="Free-form: Shape 176">
                <a:extLst>
                  <a:ext uri="{FF2B5EF4-FFF2-40B4-BE49-F238E27FC236}">
                    <a16:creationId xmlns:a16="http://schemas.microsoft.com/office/drawing/2014/main" id="{31DCD032-7D13-DEC5-4911-CB73CBC53C01}"/>
                  </a:ext>
                </a:extLst>
              </p:cNvPr>
              <p:cNvSpPr/>
              <p:nvPr/>
            </p:nvSpPr>
            <p:spPr>
              <a:xfrm>
                <a:off x="9853436" y="4059324"/>
                <a:ext cx="227306" cy="227306"/>
              </a:xfrm>
              <a:custGeom>
                <a:avLst/>
                <a:gdLst>
                  <a:gd name="connsiteX0" fmla="*/ 0 w 227306"/>
                  <a:gd name="connsiteY0" fmla="*/ 0 h 227306"/>
                  <a:gd name="connsiteX1" fmla="*/ 227306 w 227306"/>
                  <a:gd name="connsiteY1" fmla="*/ 0 h 227306"/>
                  <a:gd name="connsiteX2" fmla="*/ 227306 w 227306"/>
                  <a:gd name="connsiteY2" fmla="*/ 227306 h 227306"/>
                  <a:gd name="connsiteX3" fmla="*/ 0 w 227306"/>
                  <a:gd name="connsiteY3" fmla="*/ 227306 h 227306"/>
                </a:gdLst>
                <a:ahLst/>
                <a:cxnLst>
                  <a:cxn ang="0">
                    <a:pos x="connsiteX0" y="connsiteY0"/>
                  </a:cxn>
                  <a:cxn ang="0">
                    <a:pos x="connsiteX1" y="connsiteY1"/>
                  </a:cxn>
                  <a:cxn ang="0">
                    <a:pos x="connsiteX2" y="connsiteY2"/>
                  </a:cxn>
                  <a:cxn ang="0">
                    <a:pos x="connsiteX3" y="connsiteY3"/>
                  </a:cxn>
                </a:cxnLst>
                <a:rect l="l" t="t" r="r" b="b"/>
                <a:pathLst>
                  <a:path w="227306" h="227306">
                    <a:moveTo>
                      <a:pt x="0" y="0"/>
                    </a:moveTo>
                    <a:lnTo>
                      <a:pt x="227306" y="0"/>
                    </a:lnTo>
                    <a:lnTo>
                      <a:pt x="227306" y="227306"/>
                    </a:lnTo>
                    <a:lnTo>
                      <a:pt x="0" y="227306"/>
                    </a:lnTo>
                    <a:close/>
                  </a:path>
                </a:pathLst>
              </a:custGeom>
              <a:solidFill>
                <a:srgbClr val="9FDA3A"/>
              </a:solidFill>
              <a:ln w="15330" cap="flat">
                <a:noFill/>
                <a:prstDash val="solid"/>
                <a:miter/>
              </a:ln>
            </p:spPr>
            <p:txBody>
              <a:bodyPr rtlCol="0" anchor="ctr"/>
              <a:lstStyle/>
              <a:p>
                <a:endParaRPr lang="en-GB"/>
              </a:p>
            </p:txBody>
          </p:sp>
          <p:sp>
            <p:nvSpPr>
              <p:cNvPr id="178" name="Free-form: Shape 177">
                <a:extLst>
                  <a:ext uri="{FF2B5EF4-FFF2-40B4-BE49-F238E27FC236}">
                    <a16:creationId xmlns:a16="http://schemas.microsoft.com/office/drawing/2014/main" id="{26A544FF-3D75-DA17-7EAF-60B6A2A9E7A7}"/>
                  </a:ext>
                </a:extLst>
              </p:cNvPr>
              <p:cNvSpPr/>
              <p:nvPr/>
            </p:nvSpPr>
            <p:spPr>
              <a:xfrm>
                <a:off x="9853436" y="4306982"/>
                <a:ext cx="227306" cy="227306"/>
              </a:xfrm>
              <a:custGeom>
                <a:avLst/>
                <a:gdLst>
                  <a:gd name="connsiteX0" fmla="*/ 0 w 227306"/>
                  <a:gd name="connsiteY0" fmla="*/ 0 h 227306"/>
                  <a:gd name="connsiteX1" fmla="*/ 227306 w 227306"/>
                  <a:gd name="connsiteY1" fmla="*/ 0 h 227306"/>
                  <a:gd name="connsiteX2" fmla="*/ 227306 w 227306"/>
                  <a:gd name="connsiteY2" fmla="*/ 227306 h 227306"/>
                  <a:gd name="connsiteX3" fmla="*/ 0 w 227306"/>
                  <a:gd name="connsiteY3" fmla="*/ 227306 h 227306"/>
                </a:gdLst>
                <a:ahLst/>
                <a:cxnLst>
                  <a:cxn ang="0">
                    <a:pos x="connsiteX0" y="connsiteY0"/>
                  </a:cxn>
                  <a:cxn ang="0">
                    <a:pos x="connsiteX1" y="connsiteY1"/>
                  </a:cxn>
                  <a:cxn ang="0">
                    <a:pos x="connsiteX2" y="connsiteY2"/>
                  </a:cxn>
                  <a:cxn ang="0">
                    <a:pos x="connsiteX3" y="connsiteY3"/>
                  </a:cxn>
                </a:cxnLst>
                <a:rect l="l" t="t" r="r" b="b"/>
                <a:pathLst>
                  <a:path w="227306" h="227306">
                    <a:moveTo>
                      <a:pt x="0" y="0"/>
                    </a:moveTo>
                    <a:lnTo>
                      <a:pt x="227306" y="0"/>
                    </a:lnTo>
                    <a:lnTo>
                      <a:pt x="227306" y="227306"/>
                    </a:lnTo>
                    <a:lnTo>
                      <a:pt x="0" y="227306"/>
                    </a:lnTo>
                    <a:close/>
                  </a:path>
                </a:pathLst>
              </a:custGeom>
              <a:solidFill>
                <a:srgbClr val="FDE725"/>
              </a:solidFill>
              <a:ln w="15330" cap="flat">
                <a:noFill/>
                <a:prstDash val="solid"/>
                <a:miter/>
              </a:ln>
            </p:spPr>
            <p:txBody>
              <a:bodyPr rtlCol="0" anchor="ctr"/>
              <a:lstStyle/>
              <a:p>
                <a:endParaRPr lang="en-GB"/>
              </a:p>
            </p:txBody>
          </p:sp>
          <p:sp>
            <p:nvSpPr>
              <p:cNvPr id="179" name="TextBox 178">
                <a:extLst>
                  <a:ext uri="{FF2B5EF4-FFF2-40B4-BE49-F238E27FC236}">
                    <a16:creationId xmlns:a16="http://schemas.microsoft.com/office/drawing/2014/main" id="{8A8DCC14-C157-B224-FCE1-365FE9D5FDAB}"/>
                  </a:ext>
                </a:extLst>
              </p:cNvPr>
              <p:cNvSpPr txBox="1"/>
              <p:nvPr/>
            </p:nvSpPr>
            <p:spPr>
              <a:xfrm>
                <a:off x="10092350" y="2559690"/>
                <a:ext cx="829385" cy="257960"/>
              </a:xfrm>
              <a:prstGeom prst="rect">
                <a:avLst/>
              </a:prstGeom>
              <a:noFill/>
            </p:spPr>
            <p:txBody>
              <a:bodyPr wrap="none" rtlCol="0">
                <a:spAutoFit/>
              </a:bodyPr>
              <a:lstStyle/>
              <a:p>
                <a:pPr algn="l"/>
                <a:r>
                  <a:rPr lang="en-GB" sz="880" spc="0" baseline="0">
                    <a:ln/>
                    <a:solidFill>
                      <a:srgbClr val="000000"/>
                    </a:solidFill>
                    <a:latin typeface="Arial"/>
                    <a:cs typeface="Arial"/>
                    <a:sym typeface="Arial"/>
                    <a:rtl val="0"/>
                  </a:rPr>
                  <a:t>balanoida</a:t>
                </a:r>
              </a:p>
            </p:txBody>
          </p:sp>
          <p:sp>
            <p:nvSpPr>
              <p:cNvPr id="180" name="TextBox 179">
                <a:extLst>
                  <a:ext uri="{FF2B5EF4-FFF2-40B4-BE49-F238E27FC236}">
                    <a16:creationId xmlns:a16="http://schemas.microsoft.com/office/drawing/2014/main" id="{C82E869C-E146-11E2-9E86-831E30077AD1}"/>
                  </a:ext>
                </a:extLst>
              </p:cNvPr>
              <p:cNvSpPr txBox="1"/>
              <p:nvPr/>
            </p:nvSpPr>
            <p:spPr>
              <a:xfrm>
                <a:off x="10092350" y="2807348"/>
                <a:ext cx="679967" cy="257960"/>
              </a:xfrm>
              <a:prstGeom prst="rect">
                <a:avLst/>
              </a:prstGeom>
              <a:noFill/>
            </p:spPr>
            <p:txBody>
              <a:bodyPr wrap="none" rtlCol="0">
                <a:spAutoFit/>
              </a:bodyPr>
              <a:lstStyle/>
              <a:p>
                <a:pPr algn="l"/>
                <a:r>
                  <a:rPr lang="en-GB" sz="880" spc="0" baseline="0">
                    <a:ln/>
                    <a:solidFill>
                      <a:srgbClr val="000000"/>
                    </a:solidFill>
                    <a:latin typeface="Arial"/>
                    <a:cs typeface="Arial"/>
                    <a:sym typeface="Arial"/>
                    <a:rtl val="0"/>
                  </a:rPr>
                  <a:t>bivalvia</a:t>
                </a:r>
              </a:p>
            </p:txBody>
          </p:sp>
          <p:sp>
            <p:nvSpPr>
              <p:cNvPr id="181" name="TextBox 180">
                <a:extLst>
                  <a:ext uri="{FF2B5EF4-FFF2-40B4-BE49-F238E27FC236}">
                    <a16:creationId xmlns:a16="http://schemas.microsoft.com/office/drawing/2014/main" id="{325A44CE-2564-4C60-EF1D-371EA82D89FE}"/>
                  </a:ext>
                </a:extLst>
              </p:cNvPr>
              <p:cNvSpPr txBox="1"/>
              <p:nvPr/>
            </p:nvSpPr>
            <p:spPr>
              <a:xfrm>
                <a:off x="10092350" y="3055006"/>
                <a:ext cx="1003329" cy="257960"/>
              </a:xfrm>
              <a:prstGeom prst="rect">
                <a:avLst/>
              </a:prstGeom>
              <a:noFill/>
            </p:spPr>
            <p:txBody>
              <a:bodyPr wrap="none" rtlCol="0">
                <a:spAutoFit/>
              </a:bodyPr>
              <a:lstStyle/>
              <a:p>
                <a:pPr algn="l"/>
                <a:r>
                  <a:rPr lang="en-GB" sz="880" spc="0" baseline="0">
                    <a:ln/>
                    <a:solidFill>
                      <a:srgbClr val="000000"/>
                    </a:solidFill>
                    <a:latin typeface="Arial"/>
                    <a:cs typeface="Arial"/>
                    <a:sym typeface="Arial"/>
                    <a:rtl val="0"/>
                  </a:rPr>
                  <a:t>brachiopoda</a:t>
                </a:r>
              </a:p>
            </p:txBody>
          </p:sp>
          <p:sp>
            <p:nvSpPr>
              <p:cNvPr id="182" name="TextBox 181">
                <a:extLst>
                  <a:ext uri="{FF2B5EF4-FFF2-40B4-BE49-F238E27FC236}">
                    <a16:creationId xmlns:a16="http://schemas.microsoft.com/office/drawing/2014/main" id="{F0764218-7C1B-F1E6-028B-775BB5153EE5}"/>
                  </a:ext>
                </a:extLst>
              </p:cNvPr>
              <p:cNvSpPr txBox="1"/>
              <p:nvPr/>
            </p:nvSpPr>
            <p:spPr>
              <a:xfrm>
                <a:off x="10092350" y="3302664"/>
                <a:ext cx="837682" cy="257960"/>
              </a:xfrm>
              <a:prstGeom prst="rect">
                <a:avLst/>
              </a:prstGeom>
              <a:noFill/>
            </p:spPr>
            <p:txBody>
              <a:bodyPr wrap="none" rtlCol="0">
                <a:spAutoFit/>
              </a:bodyPr>
              <a:lstStyle/>
              <a:p>
                <a:pPr algn="l"/>
                <a:r>
                  <a:rPr lang="en-GB" sz="880" spc="0" baseline="0">
                    <a:ln/>
                    <a:solidFill>
                      <a:srgbClr val="000000"/>
                    </a:solidFill>
                    <a:latin typeface="Arial"/>
                    <a:cs typeface="Arial"/>
                    <a:sym typeface="Arial"/>
                    <a:rtl val="0"/>
                  </a:rPr>
                  <a:t>copepoda</a:t>
                </a:r>
              </a:p>
            </p:txBody>
          </p:sp>
          <p:sp>
            <p:nvSpPr>
              <p:cNvPr id="183" name="TextBox 182">
                <a:extLst>
                  <a:ext uri="{FF2B5EF4-FFF2-40B4-BE49-F238E27FC236}">
                    <a16:creationId xmlns:a16="http://schemas.microsoft.com/office/drawing/2014/main" id="{58CE2D5C-1E8C-CD8B-3F73-39AC430CA013}"/>
                  </a:ext>
                </a:extLst>
              </p:cNvPr>
              <p:cNvSpPr txBox="1"/>
              <p:nvPr/>
            </p:nvSpPr>
            <p:spPr>
              <a:xfrm>
                <a:off x="10092350" y="3550322"/>
                <a:ext cx="928729" cy="257960"/>
              </a:xfrm>
              <a:prstGeom prst="rect">
                <a:avLst/>
              </a:prstGeom>
              <a:noFill/>
            </p:spPr>
            <p:txBody>
              <a:bodyPr wrap="none" rtlCol="0">
                <a:spAutoFit/>
              </a:bodyPr>
              <a:lstStyle/>
              <a:p>
                <a:pPr algn="l"/>
                <a:r>
                  <a:rPr lang="en-GB" sz="880" spc="0" baseline="0">
                    <a:ln/>
                    <a:solidFill>
                      <a:srgbClr val="000000"/>
                    </a:solidFill>
                    <a:latin typeface="Arial"/>
                    <a:cs typeface="Arial"/>
                    <a:sym typeface="Arial"/>
                    <a:rtl val="0"/>
                  </a:rPr>
                  <a:t>gastropoda</a:t>
                </a:r>
              </a:p>
            </p:txBody>
          </p:sp>
          <p:sp>
            <p:nvSpPr>
              <p:cNvPr id="184" name="TextBox 183">
                <a:extLst>
                  <a:ext uri="{FF2B5EF4-FFF2-40B4-BE49-F238E27FC236}">
                    <a16:creationId xmlns:a16="http://schemas.microsoft.com/office/drawing/2014/main" id="{E0824810-19BF-C670-0A94-CAF1ECEC435B}"/>
                  </a:ext>
                </a:extLst>
              </p:cNvPr>
              <p:cNvSpPr txBox="1"/>
              <p:nvPr/>
            </p:nvSpPr>
            <p:spPr>
              <a:xfrm>
                <a:off x="10092350" y="3797980"/>
                <a:ext cx="796051" cy="257960"/>
              </a:xfrm>
              <a:prstGeom prst="rect">
                <a:avLst/>
              </a:prstGeom>
              <a:noFill/>
            </p:spPr>
            <p:txBody>
              <a:bodyPr wrap="none" rtlCol="0">
                <a:spAutoFit/>
              </a:bodyPr>
              <a:lstStyle/>
              <a:p>
                <a:pPr algn="l"/>
                <a:r>
                  <a:rPr lang="en-GB" sz="880" spc="0" baseline="0">
                    <a:ln/>
                    <a:solidFill>
                      <a:srgbClr val="000000"/>
                    </a:solidFill>
                    <a:latin typeface="Arial"/>
                    <a:cs typeface="Arial"/>
                    <a:sym typeface="Arial"/>
                    <a:rtl val="0"/>
                  </a:rPr>
                  <a:t>hydrozoa</a:t>
                </a:r>
              </a:p>
            </p:txBody>
          </p:sp>
          <p:sp>
            <p:nvSpPr>
              <p:cNvPr id="185" name="TextBox 184">
                <a:extLst>
                  <a:ext uri="{FF2B5EF4-FFF2-40B4-BE49-F238E27FC236}">
                    <a16:creationId xmlns:a16="http://schemas.microsoft.com/office/drawing/2014/main" id="{AB0539F8-5DDD-2F40-9E52-C4D575AB961C}"/>
                  </a:ext>
                </a:extLst>
              </p:cNvPr>
              <p:cNvSpPr txBox="1"/>
              <p:nvPr/>
            </p:nvSpPr>
            <p:spPr>
              <a:xfrm>
                <a:off x="10092350" y="4045638"/>
                <a:ext cx="1069267" cy="257960"/>
              </a:xfrm>
              <a:prstGeom prst="rect">
                <a:avLst/>
              </a:prstGeom>
              <a:noFill/>
            </p:spPr>
            <p:txBody>
              <a:bodyPr wrap="none" rtlCol="0">
                <a:spAutoFit/>
              </a:bodyPr>
              <a:lstStyle/>
              <a:p>
                <a:pPr algn="l"/>
                <a:r>
                  <a:rPr lang="en-GB" sz="880" spc="0" baseline="0">
                    <a:ln/>
                    <a:solidFill>
                      <a:srgbClr val="000000"/>
                    </a:solidFill>
                    <a:latin typeface="Arial"/>
                    <a:cs typeface="Arial"/>
                    <a:sym typeface="Arial"/>
                    <a:rtl val="0"/>
                  </a:rPr>
                  <a:t>malacostraca</a:t>
                </a:r>
              </a:p>
            </p:txBody>
          </p:sp>
          <p:sp>
            <p:nvSpPr>
              <p:cNvPr id="186" name="TextBox 185">
                <a:extLst>
                  <a:ext uri="{FF2B5EF4-FFF2-40B4-BE49-F238E27FC236}">
                    <a16:creationId xmlns:a16="http://schemas.microsoft.com/office/drawing/2014/main" id="{6A529E8F-FD96-2BD9-FA35-346D9D6E9431}"/>
                  </a:ext>
                </a:extLst>
              </p:cNvPr>
              <p:cNvSpPr txBox="1"/>
              <p:nvPr/>
            </p:nvSpPr>
            <p:spPr>
              <a:xfrm>
                <a:off x="10092350" y="4293296"/>
                <a:ext cx="903839" cy="257960"/>
              </a:xfrm>
              <a:prstGeom prst="rect">
                <a:avLst/>
              </a:prstGeom>
              <a:noFill/>
            </p:spPr>
            <p:txBody>
              <a:bodyPr wrap="none" rtlCol="0">
                <a:spAutoFit/>
              </a:bodyPr>
              <a:lstStyle/>
              <a:p>
                <a:pPr algn="l"/>
                <a:r>
                  <a:rPr lang="en-GB" sz="880" spc="0" baseline="0">
                    <a:ln/>
                    <a:solidFill>
                      <a:srgbClr val="000000"/>
                    </a:solidFill>
                    <a:latin typeface="Arial"/>
                    <a:cs typeface="Arial"/>
                    <a:sym typeface="Arial"/>
                    <a:rtl val="0"/>
                  </a:rPr>
                  <a:t>polychaeta</a:t>
                </a:r>
              </a:p>
            </p:txBody>
          </p:sp>
          <p:sp>
            <p:nvSpPr>
              <p:cNvPr id="187" name="TextBox 186">
                <a:extLst>
                  <a:ext uri="{FF2B5EF4-FFF2-40B4-BE49-F238E27FC236}">
                    <a16:creationId xmlns:a16="http://schemas.microsoft.com/office/drawing/2014/main" id="{689931D4-EE64-7765-F4D6-766C85BACC76}"/>
                  </a:ext>
                </a:extLst>
              </p:cNvPr>
              <p:cNvSpPr txBox="1"/>
              <p:nvPr/>
            </p:nvSpPr>
            <p:spPr>
              <a:xfrm>
                <a:off x="1399812" y="655774"/>
                <a:ext cx="2364691" cy="267567"/>
              </a:xfrm>
              <a:prstGeom prst="rect">
                <a:avLst/>
              </a:prstGeom>
              <a:noFill/>
            </p:spPr>
            <p:txBody>
              <a:bodyPr wrap="none" rtlCol="0">
                <a:spAutoFit/>
              </a:bodyPr>
              <a:lstStyle/>
              <a:p>
                <a:pPr algn="l"/>
                <a:r>
                  <a:rPr lang="en-GB" sz="931" spc="0" baseline="0">
                    <a:ln/>
                    <a:solidFill>
                      <a:srgbClr val="000000"/>
                    </a:solidFill>
                    <a:latin typeface="Arial"/>
                    <a:cs typeface="Arial"/>
                    <a:sym typeface="Arial"/>
                    <a:rtl val="0"/>
                  </a:rPr>
                  <a:t>Top taxa per month (April–July)</a:t>
                </a:r>
              </a:p>
            </p:txBody>
          </p:sp>
          <p:sp>
            <p:nvSpPr>
              <p:cNvPr id="188" name="TextBox 187">
                <a:extLst>
                  <a:ext uri="{FF2B5EF4-FFF2-40B4-BE49-F238E27FC236}">
                    <a16:creationId xmlns:a16="http://schemas.microsoft.com/office/drawing/2014/main" id="{CDA5D714-4FD0-A3C3-2BE1-8B983BBB1941}"/>
                  </a:ext>
                </a:extLst>
              </p:cNvPr>
              <p:cNvSpPr txBox="1"/>
              <p:nvPr/>
            </p:nvSpPr>
            <p:spPr>
              <a:xfrm>
                <a:off x="1399812" y="336937"/>
                <a:ext cx="3672737" cy="300723"/>
              </a:xfrm>
              <a:prstGeom prst="rect">
                <a:avLst/>
              </a:prstGeom>
              <a:noFill/>
            </p:spPr>
            <p:txBody>
              <a:bodyPr wrap="none" rtlCol="0">
                <a:spAutoFit/>
              </a:bodyPr>
              <a:lstStyle/>
              <a:p>
                <a:pPr algn="l"/>
                <a:r>
                  <a:rPr lang="en-GB" sz="1354" b="1" spc="0" baseline="0" dirty="0">
                    <a:ln/>
                    <a:solidFill>
                      <a:srgbClr val="000000"/>
                    </a:solidFill>
                    <a:latin typeface="Arial"/>
                    <a:cs typeface="Arial"/>
                    <a:sym typeface="Arial"/>
                    <a:rtl val="0"/>
                  </a:rPr>
                  <a:t>Dominant Plankton Taxa by Month - </a:t>
                </a:r>
                <a:r>
                  <a:rPr lang="en-GB" sz="1354" b="1" spc="0" baseline="0" dirty="0" err="1">
                    <a:ln/>
                    <a:solidFill>
                      <a:srgbClr val="000000"/>
                    </a:solidFill>
                    <a:latin typeface="Arial"/>
                    <a:cs typeface="Arial"/>
                    <a:sym typeface="Arial"/>
                    <a:rtl val="0"/>
                  </a:rPr>
                  <a:t>Pabay</a:t>
                </a:r>
                <a:endParaRPr lang="en-GB" sz="1354" b="1" spc="0" baseline="0" dirty="0">
                  <a:ln/>
                  <a:solidFill>
                    <a:srgbClr val="000000"/>
                  </a:solidFill>
                  <a:latin typeface="Arial"/>
                  <a:cs typeface="Arial"/>
                  <a:sym typeface="Arial"/>
                  <a:rtl val="0"/>
                </a:endParaRPr>
              </a:p>
            </p:txBody>
          </p:sp>
        </p:grpSp>
      </p:grpSp>
      <p:sp>
        <p:nvSpPr>
          <p:cNvPr id="14" name="Rectangle 13">
            <a:extLst>
              <a:ext uri="{FF2B5EF4-FFF2-40B4-BE49-F238E27FC236}">
                <a16:creationId xmlns:a16="http://schemas.microsoft.com/office/drawing/2014/main" id="{8771EE46-7142-7866-E4F9-01C4AD6B4CFB}"/>
              </a:ext>
            </a:extLst>
          </p:cNvPr>
          <p:cNvSpPr/>
          <p:nvPr/>
        </p:nvSpPr>
        <p:spPr>
          <a:xfrm>
            <a:off x="1479884" y="962526"/>
            <a:ext cx="1479884" cy="4932948"/>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Rectangle 15">
            <a:extLst>
              <a:ext uri="{FF2B5EF4-FFF2-40B4-BE49-F238E27FC236}">
                <a16:creationId xmlns:a16="http://schemas.microsoft.com/office/drawing/2014/main" id="{21C534B3-E42A-415C-D222-47751A7B9261}"/>
              </a:ext>
            </a:extLst>
          </p:cNvPr>
          <p:cNvSpPr/>
          <p:nvPr/>
        </p:nvSpPr>
        <p:spPr>
          <a:xfrm>
            <a:off x="3133424" y="962526"/>
            <a:ext cx="6460156" cy="4932948"/>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799912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6" name="Graphic 4">
            <a:extLst>
              <a:ext uri="{FF2B5EF4-FFF2-40B4-BE49-F238E27FC236}">
                <a16:creationId xmlns:a16="http://schemas.microsoft.com/office/drawing/2014/main" id="{2323E700-3B8B-ED01-5FB9-CD66FBE3C3CB}"/>
              </a:ext>
            </a:extLst>
          </p:cNvPr>
          <p:cNvGrpSpPr/>
          <p:nvPr/>
        </p:nvGrpSpPr>
        <p:grpSpPr>
          <a:xfrm>
            <a:off x="66368" y="73742"/>
            <a:ext cx="11901948" cy="6614652"/>
            <a:chOff x="1524000" y="685800"/>
            <a:chExt cx="9144000" cy="5486400"/>
          </a:xfrm>
        </p:grpSpPr>
        <p:sp>
          <p:nvSpPr>
            <p:cNvPr id="7" name="Free-form: Shape 6">
              <a:extLst>
                <a:ext uri="{FF2B5EF4-FFF2-40B4-BE49-F238E27FC236}">
                  <a16:creationId xmlns:a16="http://schemas.microsoft.com/office/drawing/2014/main" id="{FB84D8C5-C67A-CCCE-7537-A39266A56FCF}"/>
                </a:ext>
              </a:extLst>
            </p:cNvPr>
            <p:cNvSpPr/>
            <p:nvPr/>
          </p:nvSpPr>
          <p:spPr>
            <a:xfrm>
              <a:off x="1524000" y="685800"/>
              <a:ext cx="9144000" cy="5486400"/>
            </a:xfrm>
            <a:custGeom>
              <a:avLst/>
              <a:gdLst>
                <a:gd name="connsiteX0" fmla="*/ 0 w 9144000"/>
                <a:gd name="connsiteY0" fmla="*/ 0 h 5486400"/>
                <a:gd name="connsiteX1" fmla="*/ 9144000 w 9144000"/>
                <a:gd name="connsiteY1" fmla="*/ 0 h 5486400"/>
                <a:gd name="connsiteX2" fmla="*/ 9144000 w 9144000"/>
                <a:gd name="connsiteY2" fmla="*/ 5486400 h 5486400"/>
                <a:gd name="connsiteX3" fmla="*/ 0 w 9144000"/>
                <a:gd name="connsiteY3" fmla="*/ 5486400 h 5486400"/>
              </a:gdLst>
              <a:ahLst/>
              <a:cxnLst>
                <a:cxn ang="0">
                  <a:pos x="connsiteX0" y="connsiteY0"/>
                </a:cxn>
                <a:cxn ang="0">
                  <a:pos x="connsiteX1" y="connsiteY1"/>
                </a:cxn>
                <a:cxn ang="0">
                  <a:pos x="connsiteX2" y="connsiteY2"/>
                </a:cxn>
                <a:cxn ang="0">
                  <a:pos x="connsiteX3" y="connsiteY3"/>
                </a:cxn>
              </a:cxnLst>
              <a:rect l="l" t="t" r="r" b="b"/>
              <a:pathLst>
                <a:path w="9144000" h="5486400">
                  <a:moveTo>
                    <a:pt x="0" y="0"/>
                  </a:moveTo>
                  <a:lnTo>
                    <a:pt x="9144000" y="0"/>
                  </a:lnTo>
                  <a:lnTo>
                    <a:pt x="9144000" y="5486400"/>
                  </a:lnTo>
                  <a:lnTo>
                    <a:pt x="0" y="5486400"/>
                  </a:lnTo>
                  <a:close/>
                </a:path>
              </a:pathLst>
            </a:custGeom>
            <a:noFill/>
            <a:ln w="12700" cap="rnd">
              <a:noFill/>
              <a:prstDash val="solid"/>
              <a:round/>
            </a:ln>
          </p:spPr>
          <p:txBody>
            <a:bodyPr rtlCol="0" anchor="ctr"/>
            <a:lstStyle/>
            <a:p>
              <a:endParaRPr lang="en-GB"/>
            </a:p>
          </p:txBody>
        </p:sp>
        <p:grpSp>
          <p:nvGrpSpPr>
            <p:cNvPr id="9" name="Graphic 4">
              <a:extLst>
                <a:ext uri="{FF2B5EF4-FFF2-40B4-BE49-F238E27FC236}">
                  <a16:creationId xmlns:a16="http://schemas.microsoft.com/office/drawing/2014/main" id="{C6BE24E5-AF43-4853-34B7-B60A3FE93360}"/>
                </a:ext>
              </a:extLst>
            </p:cNvPr>
            <p:cNvGrpSpPr/>
            <p:nvPr/>
          </p:nvGrpSpPr>
          <p:grpSpPr>
            <a:xfrm>
              <a:off x="2021205" y="1499616"/>
              <a:ext cx="3573653" cy="3929633"/>
              <a:chOff x="2021205" y="1499616"/>
              <a:chExt cx="3573653" cy="3929633"/>
            </a:xfrm>
          </p:grpSpPr>
          <p:sp>
            <p:nvSpPr>
              <p:cNvPr id="10" name="Free-form: Shape 9">
                <a:extLst>
                  <a:ext uri="{FF2B5EF4-FFF2-40B4-BE49-F238E27FC236}">
                    <a16:creationId xmlns:a16="http://schemas.microsoft.com/office/drawing/2014/main" id="{399235CD-DC89-7CD3-3B1F-D24AEA4E675E}"/>
                  </a:ext>
                </a:extLst>
              </p:cNvPr>
              <p:cNvSpPr/>
              <p:nvPr/>
            </p:nvSpPr>
            <p:spPr>
              <a:xfrm>
                <a:off x="2021205" y="4903215"/>
                <a:ext cx="3573653" cy="12700"/>
              </a:xfrm>
              <a:custGeom>
                <a:avLst/>
                <a:gdLst>
                  <a:gd name="connsiteX0" fmla="*/ 0 w 3573653"/>
                  <a:gd name="connsiteY0" fmla="*/ 0 h 12700"/>
                  <a:gd name="connsiteX1" fmla="*/ 3573653 w 3573653"/>
                  <a:gd name="connsiteY1" fmla="*/ 0 h 12700"/>
                </a:gdLst>
                <a:ahLst/>
                <a:cxnLst>
                  <a:cxn ang="0">
                    <a:pos x="connsiteX0" y="connsiteY0"/>
                  </a:cxn>
                  <a:cxn ang="0">
                    <a:pos x="connsiteX1" y="connsiteY1"/>
                  </a:cxn>
                </a:cxnLst>
                <a:rect l="l" t="t" r="r" b="b"/>
                <a:pathLst>
                  <a:path w="3573653" h="12700">
                    <a:moveTo>
                      <a:pt x="0" y="0"/>
                    </a:moveTo>
                    <a:lnTo>
                      <a:pt x="3573653" y="0"/>
                    </a:lnTo>
                  </a:path>
                </a:pathLst>
              </a:custGeom>
              <a:noFill/>
              <a:ln w="8001" cap="flat">
                <a:solidFill>
                  <a:srgbClr val="EBEBEB"/>
                </a:solidFill>
                <a:prstDash val="solid"/>
                <a:round/>
              </a:ln>
            </p:spPr>
            <p:txBody>
              <a:bodyPr rtlCol="0" anchor="ctr"/>
              <a:lstStyle/>
              <a:p>
                <a:endParaRPr lang="en-GB"/>
              </a:p>
            </p:txBody>
          </p:sp>
          <p:sp>
            <p:nvSpPr>
              <p:cNvPr id="11" name="Free-form: Shape 10">
                <a:extLst>
                  <a:ext uri="{FF2B5EF4-FFF2-40B4-BE49-F238E27FC236}">
                    <a16:creationId xmlns:a16="http://schemas.microsoft.com/office/drawing/2014/main" id="{E5EF452B-2529-C49C-CF4A-8BACC2B43BB7}"/>
                  </a:ext>
                </a:extLst>
              </p:cNvPr>
              <p:cNvSpPr/>
              <p:nvPr/>
            </p:nvSpPr>
            <p:spPr>
              <a:xfrm>
                <a:off x="2021205" y="4208526"/>
                <a:ext cx="3573653" cy="12700"/>
              </a:xfrm>
              <a:custGeom>
                <a:avLst/>
                <a:gdLst>
                  <a:gd name="connsiteX0" fmla="*/ 0 w 3573653"/>
                  <a:gd name="connsiteY0" fmla="*/ 0 h 12700"/>
                  <a:gd name="connsiteX1" fmla="*/ 3573653 w 3573653"/>
                  <a:gd name="connsiteY1" fmla="*/ 0 h 12700"/>
                </a:gdLst>
                <a:ahLst/>
                <a:cxnLst>
                  <a:cxn ang="0">
                    <a:pos x="connsiteX0" y="connsiteY0"/>
                  </a:cxn>
                  <a:cxn ang="0">
                    <a:pos x="connsiteX1" y="connsiteY1"/>
                  </a:cxn>
                </a:cxnLst>
                <a:rect l="l" t="t" r="r" b="b"/>
                <a:pathLst>
                  <a:path w="3573653" h="12700">
                    <a:moveTo>
                      <a:pt x="0" y="0"/>
                    </a:moveTo>
                    <a:lnTo>
                      <a:pt x="3573653" y="0"/>
                    </a:lnTo>
                  </a:path>
                </a:pathLst>
              </a:custGeom>
              <a:noFill/>
              <a:ln w="8001" cap="flat">
                <a:solidFill>
                  <a:srgbClr val="EBEBEB"/>
                </a:solidFill>
                <a:prstDash val="solid"/>
                <a:round/>
              </a:ln>
            </p:spPr>
            <p:txBody>
              <a:bodyPr rtlCol="0" anchor="ctr"/>
              <a:lstStyle/>
              <a:p>
                <a:endParaRPr lang="en-GB"/>
              </a:p>
            </p:txBody>
          </p:sp>
          <p:sp>
            <p:nvSpPr>
              <p:cNvPr id="12" name="Free-form: Shape 11">
                <a:extLst>
                  <a:ext uri="{FF2B5EF4-FFF2-40B4-BE49-F238E27FC236}">
                    <a16:creationId xmlns:a16="http://schemas.microsoft.com/office/drawing/2014/main" id="{9494E152-2C50-9916-C231-F635D887C9BD}"/>
                  </a:ext>
                </a:extLst>
              </p:cNvPr>
              <p:cNvSpPr/>
              <p:nvPr/>
            </p:nvSpPr>
            <p:spPr>
              <a:xfrm>
                <a:off x="2021205" y="3513708"/>
                <a:ext cx="3573653" cy="12700"/>
              </a:xfrm>
              <a:custGeom>
                <a:avLst/>
                <a:gdLst>
                  <a:gd name="connsiteX0" fmla="*/ 0 w 3573653"/>
                  <a:gd name="connsiteY0" fmla="*/ 0 h 12700"/>
                  <a:gd name="connsiteX1" fmla="*/ 3573653 w 3573653"/>
                  <a:gd name="connsiteY1" fmla="*/ 0 h 12700"/>
                </a:gdLst>
                <a:ahLst/>
                <a:cxnLst>
                  <a:cxn ang="0">
                    <a:pos x="connsiteX0" y="connsiteY0"/>
                  </a:cxn>
                  <a:cxn ang="0">
                    <a:pos x="connsiteX1" y="connsiteY1"/>
                  </a:cxn>
                </a:cxnLst>
                <a:rect l="l" t="t" r="r" b="b"/>
                <a:pathLst>
                  <a:path w="3573653" h="12700">
                    <a:moveTo>
                      <a:pt x="0" y="0"/>
                    </a:moveTo>
                    <a:lnTo>
                      <a:pt x="3573653" y="0"/>
                    </a:lnTo>
                  </a:path>
                </a:pathLst>
              </a:custGeom>
              <a:noFill/>
              <a:ln w="8001" cap="flat">
                <a:solidFill>
                  <a:srgbClr val="EBEBEB"/>
                </a:solidFill>
                <a:prstDash val="solid"/>
                <a:round/>
              </a:ln>
            </p:spPr>
            <p:txBody>
              <a:bodyPr rtlCol="0" anchor="ctr"/>
              <a:lstStyle/>
              <a:p>
                <a:endParaRPr lang="en-GB"/>
              </a:p>
            </p:txBody>
          </p:sp>
          <p:sp>
            <p:nvSpPr>
              <p:cNvPr id="13" name="Free-form: Shape 12">
                <a:extLst>
                  <a:ext uri="{FF2B5EF4-FFF2-40B4-BE49-F238E27FC236}">
                    <a16:creationId xmlns:a16="http://schemas.microsoft.com/office/drawing/2014/main" id="{675243D1-D368-E3CA-A64A-87C09ED8411C}"/>
                  </a:ext>
                </a:extLst>
              </p:cNvPr>
              <p:cNvSpPr/>
              <p:nvPr/>
            </p:nvSpPr>
            <p:spPr>
              <a:xfrm>
                <a:off x="2021205" y="2819019"/>
                <a:ext cx="3573653" cy="12700"/>
              </a:xfrm>
              <a:custGeom>
                <a:avLst/>
                <a:gdLst>
                  <a:gd name="connsiteX0" fmla="*/ 0 w 3573653"/>
                  <a:gd name="connsiteY0" fmla="*/ 0 h 12700"/>
                  <a:gd name="connsiteX1" fmla="*/ 3573653 w 3573653"/>
                  <a:gd name="connsiteY1" fmla="*/ 0 h 12700"/>
                </a:gdLst>
                <a:ahLst/>
                <a:cxnLst>
                  <a:cxn ang="0">
                    <a:pos x="connsiteX0" y="connsiteY0"/>
                  </a:cxn>
                  <a:cxn ang="0">
                    <a:pos x="connsiteX1" y="connsiteY1"/>
                  </a:cxn>
                </a:cxnLst>
                <a:rect l="l" t="t" r="r" b="b"/>
                <a:pathLst>
                  <a:path w="3573653" h="12700">
                    <a:moveTo>
                      <a:pt x="0" y="0"/>
                    </a:moveTo>
                    <a:lnTo>
                      <a:pt x="3573653" y="0"/>
                    </a:lnTo>
                  </a:path>
                </a:pathLst>
              </a:custGeom>
              <a:noFill/>
              <a:ln w="8001" cap="flat">
                <a:solidFill>
                  <a:srgbClr val="EBEBEB"/>
                </a:solidFill>
                <a:prstDash val="solid"/>
                <a:round/>
              </a:ln>
            </p:spPr>
            <p:txBody>
              <a:bodyPr rtlCol="0" anchor="ctr"/>
              <a:lstStyle/>
              <a:p>
                <a:endParaRPr lang="en-GB"/>
              </a:p>
            </p:txBody>
          </p:sp>
          <p:sp>
            <p:nvSpPr>
              <p:cNvPr id="14" name="Free-form: Shape 13">
                <a:extLst>
                  <a:ext uri="{FF2B5EF4-FFF2-40B4-BE49-F238E27FC236}">
                    <a16:creationId xmlns:a16="http://schemas.microsoft.com/office/drawing/2014/main" id="{F1267735-573E-1581-2DB8-3F3A64E438B1}"/>
                  </a:ext>
                </a:extLst>
              </p:cNvPr>
              <p:cNvSpPr/>
              <p:nvPr/>
            </p:nvSpPr>
            <p:spPr>
              <a:xfrm>
                <a:off x="2021205" y="2124202"/>
                <a:ext cx="3573653" cy="12700"/>
              </a:xfrm>
              <a:custGeom>
                <a:avLst/>
                <a:gdLst>
                  <a:gd name="connsiteX0" fmla="*/ 0 w 3573653"/>
                  <a:gd name="connsiteY0" fmla="*/ 0 h 12700"/>
                  <a:gd name="connsiteX1" fmla="*/ 3573653 w 3573653"/>
                  <a:gd name="connsiteY1" fmla="*/ 0 h 12700"/>
                </a:gdLst>
                <a:ahLst/>
                <a:cxnLst>
                  <a:cxn ang="0">
                    <a:pos x="connsiteX0" y="connsiteY0"/>
                  </a:cxn>
                  <a:cxn ang="0">
                    <a:pos x="connsiteX1" y="connsiteY1"/>
                  </a:cxn>
                </a:cxnLst>
                <a:rect l="l" t="t" r="r" b="b"/>
                <a:pathLst>
                  <a:path w="3573653" h="12700">
                    <a:moveTo>
                      <a:pt x="0" y="0"/>
                    </a:moveTo>
                    <a:lnTo>
                      <a:pt x="3573653" y="0"/>
                    </a:lnTo>
                  </a:path>
                </a:pathLst>
              </a:custGeom>
              <a:noFill/>
              <a:ln w="8001" cap="flat">
                <a:solidFill>
                  <a:srgbClr val="EBEBEB"/>
                </a:solidFill>
                <a:prstDash val="solid"/>
                <a:round/>
              </a:ln>
            </p:spPr>
            <p:txBody>
              <a:bodyPr rtlCol="0" anchor="ctr"/>
              <a:lstStyle/>
              <a:p>
                <a:endParaRPr lang="en-GB"/>
              </a:p>
            </p:txBody>
          </p:sp>
          <p:sp>
            <p:nvSpPr>
              <p:cNvPr id="15" name="Free-form: Shape 14">
                <a:extLst>
                  <a:ext uri="{FF2B5EF4-FFF2-40B4-BE49-F238E27FC236}">
                    <a16:creationId xmlns:a16="http://schemas.microsoft.com/office/drawing/2014/main" id="{B2B90E53-9C77-F8AD-CFEB-F43BC7151C8E}"/>
                  </a:ext>
                </a:extLst>
              </p:cNvPr>
              <p:cNvSpPr/>
              <p:nvPr/>
            </p:nvSpPr>
            <p:spPr>
              <a:xfrm>
                <a:off x="2021205" y="5250560"/>
                <a:ext cx="3573653" cy="12700"/>
              </a:xfrm>
              <a:custGeom>
                <a:avLst/>
                <a:gdLst>
                  <a:gd name="connsiteX0" fmla="*/ 0 w 3573653"/>
                  <a:gd name="connsiteY0" fmla="*/ 0 h 12700"/>
                  <a:gd name="connsiteX1" fmla="*/ 3573653 w 3573653"/>
                  <a:gd name="connsiteY1" fmla="*/ 0 h 12700"/>
                </a:gdLst>
                <a:ahLst/>
                <a:cxnLst>
                  <a:cxn ang="0">
                    <a:pos x="connsiteX0" y="connsiteY0"/>
                  </a:cxn>
                  <a:cxn ang="0">
                    <a:pos x="connsiteX1" y="connsiteY1"/>
                  </a:cxn>
                </a:cxnLst>
                <a:rect l="l" t="t" r="r" b="b"/>
                <a:pathLst>
                  <a:path w="3573653" h="12700">
                    <a:moveTo>
                      <a:pt x="0" y="0"/>
                    </a:moveTo>
                    <a:lnTo>
                      <a:pt x="3573653" y="0"/>
                    </a:lnTo>
                  </a:path>
                </a:pathLst>
              </a:custGeom>
              <a:noFill/>
              <a:ln w="16002" cap="flat">
                <a:solidFill>
                  <a:srgbClr val="EBEBEB"/>
                </a:solidFill>
                <a:prstDash val="solid"/>
                <a:round/>
              </a:ln>
            </p:spPr>
            <p:txBody>
              <a:bodyPr rtlCol="0" anchor="ctr"/>
              <a:lstStyle/>
              <a:p>
                <a:endParaRPr lang="en-GB"/>
              </a:p>
            </p:txBody>
          </p:sp>
          <p:sp>
            <p:nvSpPr>
              <p:cNvPr id="16" name="Free-form: Shape 15">
                <a:extLst>
                  <a:ext uri="{FF2B5EF4-FFF2-40B4-BE49-F238E27FC236}">
                    <a16:creationId xmlns:a16="http://schemas.microsoft.com/office/drawing/2014/main" id="{B283E7CC-C193-A83A-0C4F-8C68C2ED7BB1}"/>
                  </a:ext>
                </a:extLst>
              </p:cNvPr>
              <p:cNvSpPr/>
              <p:nvPr/>
            </p:nvSpPr>
            <p:spPr>
              <a:xfrm>
                <a:off x="2021205" y="4555871"/>
                <a:ext cx="3573653" cy="12700"/>
              </a:xfrm>
              <a:custGeom>
                <a:avLst/>
                <a:gdLst>
                  <a:gd name="connsiteX0" fmla="*/ 0 w 3573653"/>
                  <a:gd name="connsiteY0" fmla="*/ 0 h 12700"/>
                  <a:gd name="connsiteX1" fmla="*/ 3573653 w 3573653"/>
                  <a:gd name="connsiteY1" fmla="*/ 0 h 12700"/>
                </a:gdLst>
                <a:ahLst/>
                <a:cxnLst>
                  <a:cxn ang="0">
                    <a:pos x="connsiteX0" y="connsiteY0"/>
                  </a:cxn>
                  <a:cxn ang="0">
                    <a:pos x="connsiteX1" y="connsiteY1"/>
                  </a:cxn>
                </a:cxnLst>
                <a:rect l="l" t="t" r="r" b="b"/>
                <a:pathLst>
                  <a:path w="3573653" h="12700">
                    <a:moveTo>
                      <a:pt x="0" y="0"/>
                    </a:moveTo>
                    <a:lnTo>
                      <a:pt x="3573653" y="0"/>
                    </a:lnTo>
                  </a:path>
                </a:pathLst>
              </a:custGeom>
              <a:noFill/>
              <a:ln w="16002" cap="flat">
                <a:solidFill>
                  <a:srgbClr val="EBEBEB"/>
                </a:solidFill>
                <a:prstDash val="solid"/>
                <a:round/>
              </a:ln>
            </p:spPr>
            <p:txBody>
              <a:bodyPr rtlCol="0" anchor="ctr"/>
              <a:lstStyle/>
              <a:p>
                <a:endParaRPr lang="en-GB"/>
              </a:p>
            </p:txBody>
          </p:sp>
          <p:sp>
            <p:nvSpPr>
              <p:cNvPr id="17" name="Free-form: Shape 16">
                <a:extLst>
                  <a:ext uri="{FF2B5EF4-FFF2-40B4-BE49-F238E27FC236}">
                    <a16:creationId xmlns:a16="http://schemas.microsoft.com/office/drawing/2014/main" id="{9D74EC59-1292-D091-E0BA-B42229A2BBC6}"/>
                  </a:ext>
                </a:extLst>
              </p:cNvPr>
              <p:cNvSpPr/>
              <p:nvPr/>
            </p:nvSpPr>
            <p:spPr>
              <a:xfrm>
                <a:off x="2021205" y="3861054"/>
                <a:ext cx="3573653" cy="12700"/>
              </a:xfrm>
              <a:custGeom>
                <a:avLst/>
                <a:gdLst>
                  <a:gd name="connsiteX0" fmla="*/ 0 w 3573653"/>
                  <a:gd name="connsiteY0" fmla="*/ 0 h 12700"/>
                  <a:gd name="connsiteX1" fmla="*/ 3573653 w 3573653"/>
                  <a:gd name="connsiteY1" fmla="*/ 0 h 12700"/>
                </a:gdLst>
                <a:ahLst/>
                <a:cxnLst>
                  <a:cxn ang="0">
                    <a:pos x="connsiteX0" y="connsiteY0"/>
                  </a:cxn>
                  <a:cxn ang="0">
                    <a:pos x="connsiteX1" y="connsiteY1"/>
                  </a:cxn>
                </a:cxnLst>
                <a:rect l="l" t="t" r="r" b="b"/>
                <a:pathLst>
                  <a:path w="3573653" h="12700">
                    <a:moveTo>
                      <a:pt x="0" y="0"/>
                    </a:moveTo>
                    <a:lnTo>
                      <a:pt x="3573653" y="0"/>
                    </a:lnTo>
                  </a:path>
                </a:pathLst>
              </a:custGeom>
              <a:noFill/>
              <a:ln w="16002" cap="flat">
                <a:solidFill>
                  <a:srgbClr val="EBEBEB"/>
                </a:solidFill>
                <a:prstDash val="solid"/>
                <a:round/>
              </a:ln>
            </p:spPr>
            <p:txBody>
              <a:bodyPr rtlCol="0" anchor="ctr"/>
              <a:lstStyle/>
              <a:p>
                <a:endParaRPr lang="en-GB"/>
              </a:p>
            </p:txBody>
          </p:sp>
          <p:sp>
            <p:nvSpPr>
              <p:cNvPr id="18" name="Free-form: Shape 17">
                <a:extLst>
                  <a:ext uri="{FF2B5EF4-FFF2-40B4-BE49-F238E27FC236}">
                    <a16:creationId xmlns:a16="http://schemas.microsoft.com/office/drawing/2014/main" id="{EA3CE736-1E37-B87D-60D2-E5C5B26D40C8}"/>
                  </a:ext>
                </a:extLst>
              </p:cNvPr>
              <p:cNvSpPr/>
              <p:nvPr/>
            </p:nvSpPr>
            <p:spPr>
              <a:xfrm>
                <a:off x="2021205" y="3166364"/>
                <a:ext cx="3573653" cy="12700"/>
              </a:xfrm>
              <a:custGeom>
                <a:avLst/>
                <a:gdLst>
                  <a:gd name="connsiteX0" fmla="*/ 0 w 3573653"/>
                  <a:gd name="connsiteY0" fmla="*/ 0 h 12700"/>
                  <a:gd name="connsiteX1" fmla="*/ 3573653 w 3573653"/>
                  <a:gd name="connsiteY1" fmla="*/ 0 h 12700"/>
                </a:gdLst>
                <a:ahLst/>
                <a:cxnLst>
                  <a:cxn ang="0">
                    <a:pos x="connsiteX0" y="connsiteY0"/>
                  </a:cxn>
                  <a:cxn ang="0">
                    <a:pos x="connsiteX1" y="connsiteY1"/>
                  </a:cxn>
                </a:cxnLst>
                <a:rect l="l" t="t" r="r" b="b"/>
                <a:pathLst>
                  <a:path w="3573653" h="12700">
                    <a:moveTo>
                      <a:pt x="0" y="0"/>
                    </a:moveTo>
                    <a:lnTo>
                      <a:pt x="3573653" y="0"/>
                    </a:lnTo>
                  </a:path>
                </a:pathLst>
              </a:custGeom>
              <a:noFill/>
              <a:ln w="16002" cap="flat">
                <a:solidFill>
                  <a:srgbClr val="EBEBEB"/>
                </a:solidFill>
                <a:prstDash val="solid"/>
                <a:round/>
              </a:ln>
            </p:spPr>
            <p:txBody>
              <a:bodyPr rtlCol="0" anchor="ctr"/>
              <a:lstStyle/>
              <a:p>
                <a:endParaRPr lang="en-GB"/>
              </a:p>
            </p:txBody>
          </p:sp>
          <p:sp>
            <p:nvSpPr>
              <p:cNvPr id="19" name="Free-form: Shape 18">
                <a:extLst>
                  <a:ext uri="{FF2B5EF4-FFF2-40B4-BE49-F238E27FC236}">
                    <a16:creationId xmlns:a16="http://schemas.microsoft.com/office/drawing/2014/main" id="{015A3219-FD35-F0D9-24CC-8BF2AB5B4EF1}"/>
                  </a:ext>
                </a:extLst>
              </p:cNvPr>
              <p:cNvSpPr/>
              <p:nvPr/>
            </p:nvSpPr>
            <p:spPr>
              <a:xfrm>
                <a:off x="2021205" y="2471547"/>
                <a:ext cx="3573653" cy="12700"/>
              </a:xfrm>
              <a:custGeom>
                <a:avLst/>
                <a:gdLst>
                  <a:gd name="connsiteX0" fmla="*/ 0 w 3573653"/>
                  <a:gd name="connsiteY0" fmla="*/ 0 h 12700"/>
                  <a:gd name="connsiteX1" fmla="*/ 3573653 w 3573653"/>
                  <a:gd name="connsiteY1" fmla="*/ 0 h 12700"/>
                </a:gdLst>
                <a:ahLst/>
                <a:cxnLst>
                  <a:cxn ang="0">
                    <a:pos x="connsiteX0" y="connsiteY0"/>
                  </a:cxn>
                  <a:cxn ang="0">
                    <a:pos x="connsiteX1" y="connsiteY1"/>
                  </a:cxn>
                </a:cxnLst>
                <a:rect l="l" t="t" r="r" b="b"/>
                <a:pathLst>
                  <a:path w="3573653" h="12700">
                    <a:moveTo>
                      <a:pt x="0" y="0"/>
                    </a:moveTo>
                    <a:lnTo>
                      <a:pt x="3573653" y="0"/>
                    </a:lnTo>
                  </a:path>
                </a:pathLst>
              </a:custGeom>
              <a:noFill/>
              <a:ln w="16002" cap="flat">
                <a:solidFill>
                  <a:srgbClr val="EBEBEB"/>
                </a:solidFill>
                <a:prstDash val="solid"/>
                <a:round/>
              </a:ln>
            </p:spPr>
            <p:txBody>
              <a:bodyPr rtlCol="0" anchor="ctr"/>
              <a:lstStyle/>
              <a:p>
                <a:endParaRPr lang="en-GB"/>
              </a:p>
            </p:txBody>
          </p:sp>
          <p:sp>
            <p:nvSpPr>
              <p:cNvPr id="20" name="Free-form: Shape 19">
                <a:extLst>
                  <a:ext uri="{FF2B5EF4-FFF2-40B4-BE49-F238E27FC236}">
                    <a16:creationId xmlns:a16="http://schemas.microsoft.com/office/drawing/2014/main" id="{E847FAA2-6982-3364-793F-CFC7DF9FE514}"/>
                  </a:ext>
                </a:extLst>
              </p:cNvPr>
              <p:cNvSpPr/>
              <p:nvPr/>
            </p:nvSpPr>
            <p:spPr>
              <a:xfrm>
                <a:off x="2021205" y="1776857"/>
                <a:ext cx="3573653" cy="12700"/>
              </a:xfrm>
              <a:custGeom>
                <a:avLst/>
                <a:gdLst>
                  <a:gd name="connsiteX0" fmla="*/ 0 w 3573653"/>
                  <a:gd name="connsiteY0" fmla="*/ 0 h 12700"/>
                  <a:gd name="connsiteX1" fmla="*/ 3573653 w 3573653"/>
                  <a:gd name="connsiteY1" fmla="*/ 0 h 12700"/>
                </a:gdLst>
                <a:ahLst/>
                <a:cxnLst>
                  <a:cxn ang="0">
                    <a:pos x="connsiteX0" y="connsiteY0"/>
                  </a:cxn>
                  <a:cxn ang="0">
                    <a:pos x="connsiteX1" y="connsiteY1"/>
                  </a:cxn>
                </a:cxnLst>
                <a:rect l="l" t="t" r="r" b="b"/>
                <a:pathLst>
                  <a:path w="3573653" h="12700">
                    <a:moveTo>
                      <a:pt x="0" y="0"/>
                    </a:moveTo>
                    <a:lnTo>
                      <a:pt x="3573653" y="0"/>
                    </a:lnTo>
                  </a:path>
                </a:pathLst>
              </a:custGeom>
              <a:noFill/>
              <a:ln w="16002" cap="flat">
                <a:solidFill>
                  <a:srgbClr val="EBEBEB"/>
                </a:solidFill>
                <a:prstDash val="solid"/>
                <a:round/>
              </a:ln>
            </p:spPr>
            <p:txBody>
              <a:bodyPr rtlCol="0" anchor="ctr"/>
              <a:lstStyle/>
              <a:p>
                <a:endParaRPr lang="en-GB"/>
              </a:p>
            </p:txBody>
          </p:sp>
          <p:sp>
            <p:nvSpPr>
              <p:cNvPr id="21" name="Free-form: Shape 20">
                <a:extLst>
                  <a:ext uri="{FF2B5EF4-FFF2-40B4-BE49-F238E27FC236}">
                    <a16:creationId xmlns:a16="http://schemas.microsoft.com/office/drawing/2014/main" id="{403AD3C9-51A3-8262-C069-DAF344304399}"/>
                  </a:ext>
                </a:extLst>
              </p:cNvPr>
              <p:cNvSpPr/>
              <p:nvPr/>
            </p:nvSpPr>
            <p:spPr>
              <a:xfrm>
                <a:off x="3740530" y="1499616"/>
                <a:ext cx="12700" cy="3929633"/>
              </a:xfrm>
              <a:custGeom>
                <a:avLst/>
                <a:gdLst>
                  <a:gd name="connsiteX0" fmla="*/ 0 w 12700"/>
                  <a:gd name="connsiteY0" fmla="*/ 3929634 h 3929633"/>
                  <a:gd name="connsiteX1" fmla="*/ 0 w 12700"/>
                  <a:gd name="connsiteY1" fmla="*/ 0 h 3929633"/>
                </a:gdLst>
                <a:ahLst/>
                <a:cxnLst>
                  <a:cxn ang="0">
                    <a:pos x="connsiteX0" y="connsiteY0"/>
                  </a:cxn>
                  <a:cxn ang="0">
                    <a:pos x="connsiteX1" y="connsiteY1"/>
                  </a:cxn>
                </a:cxnLst>
                <a:rect l="l" t="t" r="r" b="b"/>
                <a:pathLst>
                  <a:path w="12700" h="3929633">
                    <a:moveTo>
                      <a:pt x="0" y="3929634"/>
                    </a:moveTo>
                    <a:lnTo>
                      <a:pt x="0" y="0"/>
                    </a:lnTo>
                  </a:path>
                </a:pathLst>
              </a:custGeom>
              <a:noFill/>
              <a:ln w="16002" cap="flat">
                <a:solidFill>
                  <a:srgbClr val="EBEBEB"/>
                </a:solidFill>
                <a:prstDash val="solid"/>
                <a:round/>
              </a:ln>
            </p:spPr>
            <p:txBody>
              <a:bodyPr rtlCol="0" anchor="ctr"/>
              <a:lstStyle/>
              <a:p>
                <a:endParaRPr lang="en-GB"/>
              </a:p>
            </p:txBody>
          </p:sp>
          <p:sp>
            <p:nvSpPr>
              <p:cNvPr id="22" name="Free-form: Shape 21">
                <a:extLst>
                  <a:ext uri="{FF2B5EF4-FFF2-40B4-BE49-F238E27FC236}">
                    <a16:creationId xmlns:a16="http://schemas.microsoft.com/office/drawing/2014/main" id="{15F05275-34EB-AD6E-6B35-EF9ABE0885B6}"/>
                  </a:ext>
                </a:extLst>
              </p:cNvPr>
              <p:cNvSpPr/>
              <p:nvPr/>
            </p:nvSpPr>
            <p:spPr>
              <a:xfrm>
                <a:off x="3280791" y="4480941"/>
                <a:ext cx="919480" cy="769620"/>
              </a:xfrm>
              <a:custGeom>
                <a:avLst/>
                <a:gdLst>
                  <a:gd name="connsiteX0" fmla="*/ 0 w 919480"/>
                  <a:gd name="connsiteY0" fmla="*/ 0 h 769620"/>
                  <a:gd name="connsiteX1" fmla="*/ 919480 w 919480"/>
                  <a:gd name="connsiteY1" fmla="*/ 0 h 769620"/>
                  <a:gd name="connsiteX2" fmla="*/ 919480 w 919480"/>
                  <a:gd name="connsiteY2" fmla="*/ 769620 h 769620"/>
                  <a:gd name="connsiteX3" fmla="*/ 0 w 919480"/>
                  <a:gd name="connsiteY3" fmla="*/ 769620 h 769620"/>
                </a:gdLst>
                <a:ahLst/>
                <a:cxnLst>
                  <a:cxn ang="0">
                    <a:pos x="connsiteX0" y="connsiteY0"/>
                  </a:cxn>
                  <a:cxn ang="0">
                    <a:pos x="connsiteX1" y="connsiteY1"/>
                  </a:cxn>
                  <a:cxn ang="0">
                    <a:pos x="connsiteX2" y="connsiteY2"/>
                  </a:cxn>
                  <a:cxn ang="0">
                    <a:pos x="connsiteX3" y="connsiteY3"/>
                  </a:cxn>
                </a:cxnLst>
                <a:rect l="l" t="t" r="r" b="b"/>
                <a:pathLst>
                  <a:path w="919480" h="769620">
                    <a:moveTo>
                      <a:pt x="0" y="0"/>
                    </a:moveTo>
                    <a:lnTo>
                      <a:pt x="919480" y="0"/>
                    </a:lnTo>
                    <a:lnTo>
                      <a:pt x="919480" y="769620"/>
                    </a:lnTo>
                    <a:lnTo>
                      <a:pt x="0" y="769620"/>
                    </a:lnTo>
                    <a:close/>
                  </a:path>
                </a:pathLst>
              </a:custGeom>
              <a:solidFill>
                <a:srgbClr val="21908C"/>
              </a:solidFill>
              <a:ln w="13589" cap="flat">
                <a:noFill/>
                <a:prstDash val="solid"/>
                <a:miter/>
              </a:ln>
            </p:spPr>
            <p:txBody>
              <a:bodyPr rtlCol="0" anchor="ctr"/>
              <a:lstStyle/>
              <a:p>
                <a:endParaRPr lang="en-GB"/>
              </a:p>
            </p:txBody>
          </p:sp>
          <p:sp>
            <p:nvSpPr>
              <p:cNvPr id="23" name="Free-form: Shape 22">
                <a:extLst>
                  <a:ext uri="{FF2B5EF4-FFF2-40B4-BE49-F238E27FC236}">
                    <a16:creationId xmlns:a16="http://schemas.microsoft.com/office/drawing/2014/main" id="{F81D8C9B-7CEA-ACD6-32E6-44E740BE3C1C}"/>
                  </a:ext>
                </a:extLst>
              </p:cNvPr>
              <p:cNvSpPr/>
              <p:nvPr/>
            </p:nvSpPr>
            <p:spPr>
              <a:xfrm>
                <a:off x="4506722" y="5033010"/>
                <a:ext cx="919479" cy="217677"/>
              </a:xfrm>
              <a:custGeom>
                <a:avLst/>
                <a:gdLst>
                  <a:gd name="connsiteX0" fmla="*/ 0 w 919479"/>
                  <a:gd name="connsiteY0" fmla="*/ 0 h 217677"/>
                  <a:gd name="connsiteX1" fmla="*/ 919480 w 919479"/>
                  <a:gd name="connsiteY1" fmla="*/ 0 h 217677"/>
                  <a:gd name="connsiteX2" fmla="*/ 919480 w 919479"/>
                  <a:gd name="connsiteY2" fmla="*/ 217678 h 217677"/>
                  <a:gd name="connsiteX3" fmla="*/ 0 w 919479"/>
                  <a:gd name="connsiteY3" fmla="*/ 217678 h 217677"/>
                </a:gdLst>
                <a:ahLst/>
                <a:cxnLst>
                  <a:cxn ang="0">
                    <a:pos x="connsiteX0" y="connsiteY0"/>
                  </a:cxn>
                  <a:cxn ang="0">
                    <a:pos x="connsiteX1" y="connsiteY1"/>
                  </a:cxn>
                  <a:cxn ang="0">
                    <a:pos x="connsiteX2" y="connsiteY2"/>
                  </a:cxn>
                  <a:cxn ang="0">
                    <a:pos x="connsiteX3" y="connsiteY3"/>
                  </a:cxn>
                </a:cxnLst>
                <a:rect l="l" t="t" r="r" b="b"/>
                <a:pathLst>
                  <a:path w="919479" h="217677">
                    <a:moveTo>
                      <a:pt x="0" y="0"/>
                    </a:moveTo>
                    <a:lnTo>
                      <a:pt x="919480" y="0"/>
                    </a:lnTo>
                    <a:lnTo>
                      <a:pt x="919480" y="217678"/>
                    </a:lnTo>
                    <a:lnTo>
                      <a:pt x="0" y="217678"/>
                    </a:lnTo>
                    <a:close/>
                  </a:path>
                </a:pathLst>
              </a:custGeom>
              <a:solidFill>
                <a:srgbClr val="FDE725"/>
              </a:solidFill>
              <a:ln w="13589" cap="flat">
                <a:noFill/>
                <a:prstDash val="solid"/>
                <a:miter/>
              </a:ln>
            </p:spPr>
            <p:txBody>
              <a:bodyPr rtlCol="0" anchor="ctr"/>
              <a:lstStyle/>
              <a:p>
                <a:endParaRPr lang="en-GB"/>
              </a:p>
            </p:txBody>
          </p:sp>
          <p:sp>
            <p:nvSpPr>
              <p:cNvPr id="24" name="Free-form: Shape 23">
                <a:extLst>
                  <a:ext uri="{FF2B5EF4-FFF2-40B4-BE49-F238E27FC236}">
                    <a16:creationId xmlns:a16="http://schemas.microsoft.com/office/drawing/2014/main" id="{386FB4FD-E3EE-5B21-8BBB-B59B55490A76}"/>
                  </a:ext>
                </a:extLst>
              </p:cNvPr>
              <p:cNvSpPr/>
              <p:nvPr/>
            </p:nvSpPr>
            <p:spPr>
              <a:xfrm>
                <a:off x="2269490" y="5250560"/>
                <a:ext cx="490346" cy="12700"/>
              </a:xfrm>
              <a:custGeom>
                <a:avLst/>
                <a:gdLst>
                  <a:gd name="connsiteX0" fmla="*/ 0 w 490346"/>
                  <a:gd name="connsiteY0" fmla="*/ 0 h 12700"/>
                  <a:gd name="connsiteX1" fmla="*/ 490347 w 490346"/>
                  <a:gd name="connsiteY1" fmla="*/ 0 h 12700"/>
                </a:gdLst>
                <a:ahLst/>
                <a:cxnLst>
                  <a:cxn ang="0">
                    <a:pos x="connsiteX0" y="connsiteY0"/>
                  </a:cxn>
                  <a:cxn ang="0">
                    <a:pos x="connsiteX1" y="connsiteY1"/>
                  </a:cxn>
                </a:cxnLst>
                <a:rect l="l" t="t" r="r" b="b"/>
                <a:pathLst>
                  <a:path w="490346" h="12700">
                    <a:moveTo>
                      <a:pt x="0" y="0"/>
                    </a:moveTo>
                    <a:lnTo>
                      <a:pt x="490347" y="0"/>
                    </a:lnTo>
                  </a:path>
                </a:pathLst>
              </a:custGeom>
              <a:noFill/>
              <a:ln w="13589" cap="flat">
                <a:solidFill>
                  <a:srgbClr val="000000">
                    <a:alpha val="70000"/>
                  </a:srgbClr>
                </a:solidFill>
                <a:prstDash val="solid"/>
                <a:round/>
              </a:ln>
            </p:spPr>
            <p:txBody>
              <a:bodyPr rtlCol="0" anchor="ctr"/>
              <a:lstStyle/>
              <a:p>
                <a:endParaRPr lang="en-GB"/>
              </a:p>
            </p:txBody>
          </p:sp>
          <p:sp>
            <p:nvSpPr>
              <p:cNvPr id="25" name="Free-form: Shape 24">
                <a:extLst>
                  <a:ext uri="{FF2B5EF4-FFF2-40B4-BE49-F238E27FC236}">
                    <a16:creationId xmlns:a16="http://schemas.microsoft.com/office/drawing/2014/main" id="{15E5DFCB-AC1D-C20A-18F4-984F0726D211}"/>
                  </a:ext>
                </a:extLst>
              </p:cNvPr>
              <p:cNvSpPr/>
              <p:nvPr/>
            </p:nvSpPr>
            <p:spPr>
              <a:xfrm>
                <a:off x="2514600" y="5250560"/>
                <a:ext cx="12700" cy="12700"/>
              </a:xfrm>
              <a:custGeom>
                <a:avLst/>
                <a:gdLst>
                  <a:gd name="connsiteX0" fmla="*/ 0 w 12700"/>
                  <a:gd name="connsiteY0" fmla="*/ 0 h 12700"/>
                  <a:gd name="connsiteX1" fmla="*/ 0 w 12700"/>
                  <a:gd name="connsiteY1" fmla="*/ 0 h 12700"/>
                </a:gdLst>
                <a:ahLst/>
                <a:cxnLst>
                  <a:cxn ang="0">
                    <a:pos x="connsiteX0" y="connsiteY0"/>
                  </a:cxn>
                  <a:cxn ang="0">
                    <a:pos x="connsiteX1" y="connsiteY1"/>
                  </a:cxn>
                </a:cxnLst>
                <a:rect l="l" t="t" r="r" b="b"/>
                <a:pathLst>
                  <a:path w="12700" h="12700">
                    <a:moveTo>
                      <a:pt x="0" y="0"/>
                    </a:moveTo>
                    <a:lnTo>
                      <a:pt x="0" y="0"/>
                    </a:lnTo>
                  </a:path>
                </a:pathLst>
              </a:custGeom>
              <a:noFill/>
              <a:ln w="13589" cap="flat">
                <a:solidFill>
                  <a:srgbClr val="000000">
                    <a:alpha val="70000"/>
                  </a:srgbClr>
                </a:solidFill>
                <a:prstDash val="solid"/>
                <a:round/>
              </a:ln>
            </p:spPr>
            <p:txBody>
              <a:bodyPr rtlCol="0" anchor="ctr"/>
              <a:lstStyle/>
              <a:p>
                <a:endParaRPr lang="en-GB"/>
              </a:p>
            </p:txBody>
          </p:sp>
          <p:sp>
            <p:nvSpPr>
              <p:cNvPr id="26" name="Free-form: Shape 25">
                <a:extLst>
                  <a:ext uri="{FF2B5EF4-FFF2-40B4-BE49-F238E27FC236}">
                    <a16:creationId xmlns:a16="http://schemas.microsoft.com/office/drawing/2014/main" id="{B01CFD0A-60A8-E350-857B-884854122914}"/>
                  </a:ext>
                </a:extLst>
              </p:cNvPr>
              <p:cNvSpPr/>
              <p:nvPr/>
            </p:nvSpPr>
            <p:spPr>
              <a:xfrm>
                <a:off x="2269489" y="5250559"/>
                <a:ext cx="490379" cy="145353"/>
              </a:xfrm>
              <a:custGeom>
                <a:avLst/>
                <a:gdLst>
                  <a:gd name="connsiteX0" fmla="*/ 0 w 490346"/>
                  <a:gd name="connsiteY0" fmla="*/ 0 h 12700"/>
                  <a:gd name="connsiteX1" fmla="*/ 490347 w 490346"/>
                  <a:gd name="connsiteY1" fmla="*/ 0 h 12700"/>
                </a:gdLst>
                <a:ahLst/>
                <a:cxnLst>
                  <a:cxn ang="0">
                    <a:pos x="connsiteX0" y="connsiteY0"/>
                  </a:cxn>
                  <a:cxn ang="0">
                    <a:pos x="connsiteX1" y="connsiteY1"/>
                  </a:cxn>
                </a:cxnLst>
                <a:rect l="l" t="t" r="r" b="b"/>
                <a:pathLst>
                  <a:path w="490346" h="12700">
                    <a:moveTo>
                      <a:pt x="0" y="0"/>
                    </a:moveTo>
                    <a:lnTo>
                      <a:pt x="490347" y="0"/>
                    </a:lnTo>
                  </a:path>
                </a:pathLst>
              </a:custGeom>
              <a:noFill/>
              <a:ln w="13589" cap="flat">
                <a:solidFill>
                  <a:srgbClr val="000000">
                    <a:alpha val="70000"/>
                  </a:srgbClr>
                </a:solidFill>
                <a:prstDash val="solid"/>
                <a:round/>
              </a:ln>
            </p:spPr>
            <p:txBody>
              <a:bodyPr rtlCol="0" anchor="ctr"/>
              <a:lstStyle/>
              <a:p>
                <a:endParaRPr lang="en-GB"/>
              </a:p>
            </p:txBody>
          </p:sp>
          <p:sp>
            <p:nvSpPr>
              <p:cNvPr id="27" name="Free-form: Shape 26">
                <a:extLst>
                  <a:ext uri="{FF2B5EF4-FFF2-40B4-BE49-F238E27FC236}">
                    <a16:creationId xmlns:a16="http://schemas.microsoft.com/office/drawing/2014/main" id="{05A177D1-CBFB-3B17-1156-27098971029B}"/>
                  </a:ext>
                </a:extLst>
              </p:cNvPr>
              <p:cNvSpPr/>
              <p:nvPr/>
            </p:nvSpPr>
            <p:spPr>
              <a:xfrm>
                <a:off x="3495420" y="4305553"/>
                <a:ext cx="490347" cy="12700"/>
              </a:xfrm>
              <a:custGeom>
                <a:avLst/>
                <a:gdLst>
                  <a:gd name="connsiteX0" fmla="*/ 0 w 490347"/>
                  <a:gd name="connsiteY0" fmla="*/ 0 h 12700"/>
                  <a:gd name="connsiteX1" fmla="*/ 490347 w 490347"/>
                  <a:gd name="connsiteY1" fmla="*/ 0 h 12700"/>
                </a:gdLst>
                <a:ahLst/>
                <a:cxnLst>
                  <a:cxn ang="0">
                    <a:pos x="connsiteX0" y="connsiteY0"/>
                  </a:cxn>
                  <a:cxn ang="0">
                    <a:pos x="connsiteX1" y="connsiteY1"/>
                  </a:cxn>
                </a:cxnLst>
                <a:rect l="l" t="t" r="r" b="b"/>
                <a:pathLst>
                  <a:path w="490347" h="12700">
                    <a:moveTo>
                      <a:pt x="0" y="0"/>
                    </a:moveTo>
                    <a:lnTo>
                      <a:pt x="490347" y="0"/>
                    </a:lnTo>
                  </a:path>
                </a:pathLst>
              </a:custGeom>
              <a:noFill/>
              <a:ln w="13589" cap="flat">
                <a:solidFill>
                  <a:srgbClr val="000000">
                    <a:alpha val="70000"/>
                  </a:srgbClr>
                </a:solidFill>
                <a:prstDash val="solid"/>
                <a:round/>
              </a:ln>
            </p:spPr>
            <p:txBody>
              <a:bodyPr rtlCol="0" anchor="ctr"/>
              <a:lstStyle/>
              <a:p>
                <a:endParaRPr lang="en-GB"/>
              </a:p>
            </p:txBody>
          </p:sp>
          <p:sp>
            <p:nvSpPr>
              <p:cNvPr id="28" name="Free-form: Shape 27">
                <a:extLst>
                  <a:ext uri="{FF2B5EF4-FFF2-40B4-BE49-F238E27FC236}">
                    <a16:creationId xmlns:a16="http://schemas.microsoft.com/office/drawing/2014/main" id="{259DE7A4-AD5B-B62C-4198-C5D27A047C46}"/>
                  </a:ext>
                </a:extLst>
              </p:cNvPr>
              <p:cNvSpPr/>
              <p:nvPr/>
            </p:nvSpPr>
            <p:spPr>
              <a:xfrm>
                <a:off x="3740530" y="4305553"/>
                <a:ext cx="12700" cy="350901"/>
              </a:xfrm>
              <a:custGeom>
                <a:avLst/>
                <a:gdLst>
                  <a:gd name="connsiteX0" fmla="*/ 0 w 12700"/>
                  <a:gd name="connsiteY0" fmla="*/ 0 h 350901"/>
                  <a:gd name="connsiteX1" fmla="*/ 0 w 12700"/>
                  <a:gd name="connsiteY1" fmla="*/ 350901 h 350901"/>
                </a:gdLst>
                <a:ahLst/>
                <a:cxnLst>
                  <a:cxn ang="0">
                    <a:pos x="connsiteX0" y="connsiteY0"/>
                  </a:cxn>
                  <a:cxn ang="0">
                    <a:pos x="connsiteX1" y="connsiteY1"/>
                  </a:cxn>
                </a:cxnLst>
                <a:rect l="l" t="t" r="r" b="b"/>
                <a:pathLst>
                  <a:path w="12700" h="350901">
                    <a:moveTo>
                      <a:pt x="0" y="0"/>
                    </a:moveTo>
                    <a:lnTo>
                      <a:pt x="0" y="350901"/>
                    </a:lnTo>
                  </a:path>
                </a:pathLst>
              </a:custGeom>
              <a:noFill/>
              <a:ln w="13589" cap="flat">
                <a:solidFill>
                  <a:srgbClr val="000000">
                    <a:alpha val="70000"/>
                  </a:srgbClr>
                </a:solidFill>
                <a:prstDash val="solid"/>
                <a:round/>
              </a:ln>
            </p:spPr>
            <p:txBody>
              <a:bodyPr rtlCol="0" anchor="ctr"/>
              <a:lstStyle/>
              <a:p>
                <a:endParaRPr lang="en-GB"/>
              </a:p>
            </p:txBody>
          </p:sp>
          <p:sp>
            <p:nvSpPr>
              <p:cNvPr id="29" name="Free-form: Shape 28">
                <a:extLst>
                  <a:ext uri="{FF2B5EF4-FFF2-40B4-BE49-F238E27FC236}">
                    <a16:creationId xmlns:a16="http://schemas.microsoft.com/office/drawing/2014/main" id="{C5D2F0DE-CECE-D1C0-B40C-C4E09F4015E5}"/>
                  </a:ext>
                </a:extLst>
              </p:cNvPr>
              <p:cNvSpPr/>
              <p:nvPr/>
            </p:nvSpPr>
            <p:spPr>
              <a:xfrm>
                <a:off x="3495420" y="4656454"/>
                <a:ext cx="490347" cy="12700"/>
              </a:xfrm>
              <a:custGeom>
                <a:avLst/>
                <a:gdLst>
                  <a:gd name="connsiteX0" fmla="*/ 0 w 490347"/>
                  <a:gd name="connsiteY0" fmla="*/ 0 h 12700"/>
                  <a:gd name="connsiteX1" fmla="*/ 490347 w 490347"/>
                  <a:gd name="connsiteY1" fmla="*/ 0 h 12700"/>
                </a:gdLst>
                <a:ahLst/>
                <a:cxnLst>
                  <a:cxn ang="0">
                    <a:pos x="connsiteX0" y="connsiteY0"/>
                  </a:cxn>
                  <a:cxn ang="0">
                    <a:pos x="connsiteX1" y="connsiteY1"/>
                  </a:cxn>
                </a:cxnLst>
                <a:rect l="l" t="t" r="r" b="b"/>
                <a:pathLst>
                  <a:path w="490347" h="12700">
                    <a:moveTo>
                      <a:pt x="0" y="0"/>
                    </a:moveTo>
                    <a:lnTo>
                      <a:pt x="490347" y="0"/>
                    </a:lnTo>
                  </a:path>
                </a:pathLst>
              </a:custGeom>
              <a:noFill/>
              <a:ln w="13589" cap="flat">
                <a:solidFill>
                  <a:srgbClr val="000000">
                    <a:alpha val="70000"/>
                  </a:srgbClr>
                </a:solidFill>
                <a:prstDash val="solid"/>
                <a:round/>
              </a:ln>
            </p:spPr>
            <p:txBody>
              <a:bodyPr rtlCol="0" anchor="ctr"/>
              <a:lstStyle/>
              <a:p>
                <a:endParaRPr lang="en-GB"/>
              </a:p>
            </p:txBody>
          </p:sp>
          <p:sp>
            <p:nvSpPr>
              <p:cNvPr id="30" name="Free-form: Shape 29">
                <a:extLst>
                  <a:ext uri="{FF2B5EF4-FFF2-40B4-BE49-F238E27FC236}">
                    <a16:creationId xmlns:a16="http://schemas.microsoft.com/office/drawing/2014/main" id="{79AC8497-809C-5082-C928-BE128D869CC8}"/>
                  </a:ext>
                </a:extLst>
              </p:cNvPr>
              <p:cNvSpPr/>
              <p:nvPr/>
            </p:nvSpPr>
            <p:spPr>
              <a:xfrm>
                <a:off x="4721351" y="4879213"/>
                <a:ext cx="490347" cy="12700"/>
              </a:xfrm>
              <a:custGeom>
                <a:avLst/>
                <a:gdLst>
                  <a:gd name="connsiteX0" fmla="*/ 0 w 490347"/>
                  <a:gd name="connsiteY0" fmla="*/ 0 h 12700"/>
                  <a:gd name="connsiteX1" fmla="*/ 490347 w 490347"/>
                  <a:gd name="connsiteY1" fmla="*/ 0 h 12700"/>
                </a:gdLst>
                <a:ahLst/>
                <a:cxnLst>
                  <a:cxn ang="0">
                    <a:pos x="connsiteX0" y="connsiteY0"/>
                  </a:cxn>
                  <a:cxn ang="0">
                    <a:pos x="connsiteX1" y="connsiteY1"/>
                  </a:cxn>
                </a:cxnLst>
                <a:rect l="l" t="t" r="r" b="b"/>
                <a:pathLst>
                  <a:path w="490347" h="12700">
                    <a:moveTo>
                      <a:pt x="0" y="0"/>
                    </a:moveTo>
                    <a:lnTo>
                      <a:pt x="490347" y="0"/>
                    </a:lnTo>
                  </a:path>
                </a:pathLst>
              </a:custGeom>
              <a:noFill/>
              <a:ln w="13589" cap="flat">
                <a:solidFill>
                  <a:srgbClr val="000000">
                    <a:alpha val="70000"/>
                  </a:srgbClr>
                </a:solidFill>
                <a:prstDash val="solid"/>
                <a:round/>
              </a:ln>
            </p:spPr>
            <p:txBody>
              <a:bodyPr rtlCol="0" anchor="ctr"/>
              <a:lstStyle/>
              <a:p>
                <a:endParaRPr lang="en-GB"/>
              </a:p>
            </p:txBody>
          </p:sp>
          <p:sp>
            <p:nvSpPr>
              <p:cNvPr id="31" name="Free-form: Shape 30">
                <a:extLst>
                  <a:ext uri="{FF2B5EF4-FFF2-40B4-BE49-F238E27FC236}">
                    <a16:creationId xmlns:a16="http://schemas.microsoft.com/office/drawing/2014/main" id="{6F1E3836-46CA-FCD0-5D56-7D5A56E73F6C}"/>
                  </a:ext>
                </a:extLst>
              </p:cNvPr>
              <p:cNvSpPr/>
              <p:nvPr/>
            </p:nvSpPr>
            <p:spPr>
              <a:xfrm>
                <a:off x="4966461" y="4879213"/>
                <a:ext cx="12700" cy="307594"/>
              </a:xfrm>
              <a:custGeom>
                <a:avLst/>
                <a:gdLst>
                  <a:gd name="connsiteX0" fmla="*/ 0 w 12700"/>
                  <a:gd name="connsiteY0" fmla="*/ 0 h 307594"/>
                  <a:gd name="connsiteX1" fmla="*/ 0 w 12700"/>
                  <a:gd name="connsiteY1" fmla="*/ 307594 h 307594"/>
                </a:gdLst>
                <a:ahLst/>
                <a:cxnLst>
                  <a:cxn ang="0">
                    <a:pos x="connsiteX0" y="connsiteY0"/>
                  </a:cxn>
                  <a:cxn ang="0">
                    <a:pos x="connsiteX1" y="connsiteY1"/>
                  </a:cxn>
                </a:cxnLst>
                <a:rect l="l" t="t" r="r" b="b"/>
                <a:pathLst>
                  <a:path w="12700" h="307594">
                    <a:moveTo>
                      <a:pt x="0" y="0"/>
                    </a:moveTo>
                    <a:lnTo>
                      <a:pt x="0" y="307594"/>
                    </a:lnTo>
                  </a:path>
                </a:pathLst>
              </a:custGeom>
              <a:noFill/>
              <a:ln w="13589" cap="flat">
                <a:solidFill>
                  <a:srgbClr val="000000">
                    <a:alpha val="70000"/>
                  </a:srgbClr>
                </a:solidFill>
                <a:prstDash val="solid"/>
                <a:round/>
              </a:ln>
            </p:spPr>
            <p:txBody>
              <a:bodyPr rtlCol="0" anchor="ctr"/>
              <a:lstStyle/>
              <a:p>
                <a:endParaRPr lang="en-GB"/>
              </a:p>
            </p:txBody>
          </p:sp>
          <p:sp>
            <p:nvSpPr>
              <p:cNvPr id="32" name="Free-form: Shape 31">
                <a:extLst>
                  <a:ext uri="{FF2B5EF4-FFF2-40B4-BE49-F238E27FC236}">
                    <a16:creationId xmlns:a16="http://schemas.microsoft.com/office/drawing/2014/main" id="{00E6BB57-18D3-D4D9-FE55-42CFFA5181E5}"/>
                  </a:ext>
                </a:extLst>
              </p:cNvPr>
              <p:cNvSpPr/>
              <p:nvPr/>
            </p:nvSpPr>
            <p:spPr>
              <a:xfrm>
                <a:off x="4721351" y="5186807"/>
                <a:ext cx="490347" cy="12700"/>
              </a:xfrm>
              <a:custGeom>
                <a:avLst/>
                <a:gdLst>
                  <a:gd name="connsiteX0" fmla="*/ 0 w 490347"/>
                  <a:gd name="connsiteY0" fmla="*/ 0 h 12700"/>
                  <a:gd name="connsiteX1" fmla="*/ 490347 w 490347"/>
                  <a:gd name="connsiteY1" fmla="*/ 0 h 12700"/>
                </a:gdLst>
                <a:ahLst/>
                <a:cxnLst>
                  <a:cxn ang="0">
                    <a:pos x="connsiteX0" y="connsiteY0"/>
                  </a:cxn>
                  <a:cxn ang="0">
                    <a:pos x="connsiteX1" y="connsiteY1"/>
                  </a:cxn>
                </a:cxnLst>
                <a:rect l="l" t="t" r="r" b="b"/>
                <a:pathLst>
                  <a:path w="490347" h="12700">
                    <a:moveTo>
                      <a:pt x="0" y="0"/>
                    </a:moveTo>
                    <a:lnTo>
                      <a:pt x="490347" y="0"/>
                    </a:lnTo>
                  </a:path>
                </a:pathLst>
              </a:custGeom>
              <a:noFill/>
              <a:ln w="13589" cap="flat">
                <a:solidFill>
                  <a:srgbClr val="000000">
                    <a:alpha val="70000"/>
                  </a:srgbClr>
                </a:solidFill>
                <a:prstDash val="solid"/>
                <a:round/>
              </a:ln>
            </p:spPr>
            <p:txBody>
              <a:bodyPr rtlCol="0" anchor="ctr"/>
              <a:lstStyle/>
              <a:p>
                <a:endParaRPr lang="en-GB"/>
              </a:p>
            </p:txBody>
          </p:sp>
        </p:grpSp>
        <p:grpSp>
          <p:nvGrpSpPr>
            <p:cNvPr id="33" name="Graphic 4">
              <a:extLst>
                <a:ext uri="{FF2B5EF4-FFF2-40B4-BE49-F238E27FC236}">
                  <a16:creationId xmlns:a16="http://schemas.microsoft.com/office/drawing/2014/main" id="{65C7C9CE-8F30-B510-C8CC-ED05DA030E78}"/>
                </a:ext>
              </a:extLst>
            </p:cNvPr>
            <p:cNvGrpSpPr/>
            <p:nvPr/>
          </p:nvGrpSpPr>
          <p:grpSpPr>
            <a:xfrm>
              <a:off x="5677027" y="1499616"/>
              <a:ext cx="3573653" cy="3929633"/>
              <a:chOff x="5677027" y="1499616"/>
              <a:chExt cx="3573653" cy="3929633"/>
            </a:xfrm>
          </p:grpSpPr>
          <p:sp>
            <p:nvSpPr>
              <p:cNvPr id="34" name="Free-form: Shape 33">
                <a:extLst>
                  <a:ext uri="{FF2B5EF4-FFF2-40B4-BE49-F238E27FC236}">
                    <a16:creationId xmlns:a16="http://schemas.microsoft.com/office/drawing/2014/main" id="{738EC570-5DDE-F2CF-6B6C-037A0BB717E7}"/>
                  </a:ext>
                </a:extLst>
              </p:cNvPr>
              <p:cNvSpPr/>
              <p:nvPr/>
            </p:nvSpPr>
            <p:spPr>
              <a:xfrm>
                <a:off x="5677027" y="4903215"/>
                <a:ext cx="3573653" cy="12700"/>
              </a:xfrm>
              <a:custGeom>
                <a:avLst/>
                <a:gdLst>
                  <a:gd name="connsiteX0" fmla="*/ 0 w 3573653"/>
                  <a:gd name="connsiteY0" fmla="*/ 0 h 12700"/>
                  <a:gd name="connsiteX1" fmla="*/ 3573653 w 3573653"/>
                  <a:gd name="connsiteY1" fmla="*/ 0 h 12700"/>
                </a:gdLst>
                <a:ahLst/>
                <a:cxnLst>
                  <a:cxn ang="0">
                    <a:pos x="connsiteX0" y="connsiteY0"/>
                  </a:cxn>
                  <a:cxn ang="0">
                    <a:pos x="connsiteX1" y="connsiteY1"/>
                  </a:cxn>
                </a:cxnLst>
                <a:rect l="l" t="t" r="r" b="b"/>
                <a:pathLst>
                  <a:path w="3573653" h="12700">
                    <a:moveTo>
                      <a:pt x="0" y="0"/>
                    </a:moveTo>
                    <a:lnTo>
                      <a:pt x="3573653" y="0"/>
                    </a:lnTo>
                  </a:path>
                </a:pathLst>
              </a:custGeom>
              <a:noFill/>
              <a:ln w="8001" cap="flat">
                <a:solidFill>
                  <a:srgbClr val="EBEBEB"/>
                </a:solidFill>
                <a:prstDash val="solid"/>
                <a:round/>
              </a:ln>
            </p:spPr>
            <p:txBody>
              <a:bodyPr rtlCol="0" anchor="ctr"/>
              <a:lstStyle/>
              <a:p>
                <a:endParaRPr lang="en-GB"/>
              </a:p>
            </p:txBody>
          </p:sp>
          <p:sp>
            <p:nvSpPr>
              <p:cNvPr id="35" name="Free-form: Shape 34">
                <a:extLst>
                  <a:ext uri="{FF2B5EF4-FFF2-40B4-BE49-F238E27FC236}">
                    <a16:creationId xmlns:a16="http://schemas.microsoft.com/office/drawing/2014/main" id="{DE368C48-E77A-DC37-B09C-1E6FF715BBF2}"/>
                  </a:ext>
                </a:extLst>
              </p:cNvPr>
              <p:cNvSpPr/>
              <p:nvPr/>
            </p:nvSpPr>
            <p:spPr>
              <a:xfrm>
                <a:off x="5677027" y="4208526"/>
                <a:ext cx="3573653" cy="12700"/>
              </a:xfrm>
              <a:custGeom>
                <a:avLst/>
                <a:gdLst>
                  <a:gd name="connsiteX0" fmla="*/ 0 w 3573653"/>
                  <a:gd name="connsiteY0" fmla="*/ 0 h 12700"/>
                  <a:gd name="connsiteX1" fmla="*/ 3573653 w 3573653"/>
                  <a:gd name="connsiteY1" fmla="*/ 0 h 12700"/>
                </a:gdLst>
                <a:ahLst/>
                <a:cxnLst>
                  <a:cxn ang="0">
                    <a:pos x="connsiteX0" y="connsiteY0"/>
                  </a:cxn>
                  <a:cxn ang="0">
                    <a:pos x="connsiteX1" y="connsiteY1"/>
                  </a:cxn>
                </a:cxnLst>
                <a:rect l="l" t="t" r="r" b="b"/>
                <a:pathLst>
                  <a:path w="3573653" h="12700">
                    <a:moveTo>
                      <a:pt x="0" y="0"/>
                    </a:moveTo>
                    <a:lnTo>
                      <a:pt x="3573653" y="0"/>
                    </a:lnTo>
                  </a:path>
                </a:pathLst>
              </a:custGeom>
              <a:noFill/>
              <a:ln w="8001" cap="flat">
                <a:solidFill>
                  <a:srgbClr val="EBEBEB"/>
                </a:solidFill>
                <a:prstDash val="solid"/>
                <a:round/>
              </a:ln>
            </p:spPr>
            <p:txBody>
              <a:bodyPr rtlCol="0" anchor="ctr"/>
              <a:lstStyle/>
              <a:p>
                <a:endParaRPr lang="en-GB"/>
              </a:p>
            </p:txBody>
          </p:sp>
          <p:sp>
            <p:nvSpPr>
              <p:cNvPr id="36" name="Free-form: Shape 35">
                <a:extLst>
                  <a:ext uri="{FF2B5EF4-FFF2-40B4-BE49-F238E27FC236}">
                    <a16:creationId xmlns:a16="http://schemas.microsoft.com/office/drawing/2014/main" id="{DD44E431-41CC-74B7-4949-087A38A0F4E9}"/>
                  </a:ext>
                </a:extLst>
              </p:cNvPr>
              <p:cNvSpPr/>
              <p:nvPr/>
            </p:nvSpPr>
            <p:spPr>
              <a:xfrm>
                <a:off x="5677027" y="3513708"/>
                <a:ext cx="3573653" cy="12700"/>
              </a:xfrm>
              <a:custGeom>
                <a:avLst/>
                <a:gdLst>
                  <a:gd name="connsiteX0" fmla="*/ 0 w 3573653"/>
                  <a:gd name="connsiteY0" fmla="*/ 0 h 12700"/>
                  <a:gd name="connsiteX1" fmla="*/ 3573653 w 3573653"/>
                  <a:gd name="connsiteY1" fmla="*/ 0 h 12700"/>
                </a:gdLst>
                <a:ahLst/>
                <a:cxnLst>
                  <a:cxn ang="0">
                    <a:pos x="connsiteX0" y="connsiteY0"/>
                  </a:cxn>
                  <a:cxn ang="0">
                    <a:pos x="connsiteX1" y="connsiteY1"/>
                  </a:cxn>
                </a:cxnLst>
                <a:rect l="l" t="t" r="r" b="b"/>
                <a:pathLst>
                  <a:path w="3573653" h="12700">
                    <a:moveTo>
                      <a:pt x="0" y="0"/>
                    </a:moveTo>
                    <a:lnTo>
                      <a:pt x="3573653" y="0"/>
                    </a:lnTo>
                  </a:path>
                </a:pathLst>
              </a:custGeom>
              <a:noFill/>
              <a:ln w="8001" cap="flat">
                <a:solidFill>
                  <a:srgbClr val="EBEBEB"/>
                </a:solidFill>
                <a:prstDash val="solid"/>
                <a:round/>
              </a:ln>
            </p:spPr>
            <p:txBody>
              <a:bodyPr rtlCol="0" anchor="ctr"/>
              <a:lstStyle/>
              <a:p>
                <a:endParaRPr lang="en-GB"/>
              </a:p>
            </p:txBody>
          </p:sp>
          <p:sp>
            <p:nvSpPr>
              <p:cNvPr id="37" name="Free-form: Shape 36">
                <a:extLst>
                  <a:ext uri="{FF2B5EF4-FFF2-40B4-BE49-F238E27FC236}">
                    <a16:creationId xmlns:a16="http://schemas.microsoft.com/office/drawing/2014/main" id="{0366926C-AC09-E86E-38F1-EFDF6E8DB15C}"/>
                  </a:ext>
                </a:extLst>
              </p:cNvPr>
              <p:cNvSpPr/>
              <p:nvPr/>
            </p:nvSpPr>
            <p:spPr>
              <a:xfrm>
                <a:off x="5677027" y="2819019"/>
                <a:ext cx="3573653" cy="12700"/>
              </a:xfrm>
              <a:custGeom>
                <a:avLst/>
                <a:gdLst>
                  <a:gd name="connsiteX0" fmla="*/ 0 w 3573653"/>
                  <a:gd name="connsiteY0" fmla="*/ 0 h 12700"/>
                  <a:gd name="connsiteX1" fmla="*/ 3573653 w 3573653"/>
                  <a:gd name="connsiteY1" fmla="*/ 0 h 12700"/>
                </a:gdLst>
                <a:ahLst/>
                <a:cxnLst>
                  <a:cxn ang="0">
                    <a:pos x="connsiteX0" y="connsiteY0"/>
                  </a:cxn>
                  <a:cxn ang="0">
                    <a:pos x="connsiteX1" y="connsiteY1"/>
                  </a:cxn>
                </a:cxnLst>
                <a:rect l="l" t="t" r="r" b="b"/>
                <a:pathLst>
                  <a:path w="3573653" h="12700">
                    <a:moveTo>
                      <a:pt x="0" y="0"/>
                    </a:moveTo>
                    <a:lnTo>
                      <a:pt x="3573653" y="0"/>
                    </a:lnTo>
                  </a:path>
                </a:pathLst>
              </a:custGeom>
              <a:noFill/>
              <a:ln w="8001" cap="flat">
                <a:solidFill>
                  <a:srgbClr val="EBEBEB"/>
                </a:solidFill>
                <a:prstDash val="solid"/>
                <a:round/>
              </a:ln>
            </p:spPr>
            <p:txBody>
              <a:bodyPr rtlCol="0" anchor="ctr"/>
              <a:lstStyle/>
              <a:p>
                <a:endParaRPr lang="en-GB"/>
              </a:p>
            </p:txBody>
          </p:sp>
          <p:sp>
            <p:nvSpPr>
              <p:cNvPr id="38" name="Free-form: Shape 37">
                <a:extLst>
                  <a:ext uri="{FF2B5EF4-FFF2-40B4-BE49-F238E27FC236}">
                    <a16:creationId xmlns:a16="http://schemas.microsoft.com/office/drawing/2014/main" id="{99D908BF-06C1-4AF8-8CD3-32ECD405A853}"/>
                  </a:ext>
                </a:extLst>
              </p:cNvPr>
              <p:cNvSpPr/>
              <p:nvPr/>
            </p:nvSpPr>
            <p:spPr>
              <a:xfrm>
                <a:off x="5677027" y="2124202"/>
                <a:ext cx="3573653" cy="12700"/>
              </a:xfrm>
              <a:custGeom>
                <a:avLst/>
                <a:gdLst>
                  <a:gd name="connsiteX0" fmla="*/ 0 w 3573653"/>
                  <a:gd name="connsiteY0" fmla="*/ 0 h 12700"/>
                  <a:gd name="connsiteX1" fmla="*/ 3573653 w 3573653"/>
                  <a:gd name="connsiteY1" fmla="*/ 0 h 12700"/>
                </a:gdLst>
                <a:ahLst/>
                <a:cxnLst>
                  <a:cxn ang="0">
                    <a:pos x="connsiteX0" y="connsiteY0"/>
                  </a:cxn>
                  <a:cxn ang="0">
                    <a:pos x="connsiteX1" y="connsiteY1"/>
                  </a:cxn>
                </a:cxnLst>
                <a:rect l="l" t="t" r="r" b="b"/>
                <a:pathLst>
                  <a:path w="3573653" h="12700">
                    <a:moveTo>
                      <a:pt x="0" y="0"/>
                    </a:moveTo>
                    <a:lnTo>
                      <a:pt x="3573653" y="0"/>
                    </a:lnTo>
                  </a:path>
                </a:pathLst>
              </a:custGeom>
              <a:noFill/>
              <a:ln w="8001" cap="flat">
                <a:solidFill>
                  <a:srgbClr val="EBEBEB"/>
                </a:solidFill>
                <a:prstDash val="solid"/>
                <a:round/>
              </a:ln>
            </p:spPr>
            <p:txBody>
              <a:bodyPr rtlCol="0" anchor="ctr"/>
              <a:lstStyle/>
              <a:p>
                <a:endParaRPr lang="en-GB"/>
              </a:p>
            </p:txBody>
          </p:sp>
          <p:sp>
            <p:nvSpPr>
              <p:cNvPr id="39" name="Free-form: Shape 38">
                <a:extLst>
                  <a:ext uri="{FF2B5EF4-FFF2-40B4-BE49-F238E27FC236}">
                    <a16:creationId xmlns:a16="http://schemas.microsoft.com/office/drawing/2014/main" id="{363441A8-FB18-7C16-EFAC-A8E1FB7F3FC4}"/>
                  </a:ext>
                </a:extLst>
              </p:cNvPr>
              <p:cNvSpPr/>
              <p:nvPr/>
            </p:nvSpPr>
            <p:spPr>
              <a:xfrm>
                <a:off x="6764528" y="1499616"/>
                <a:ext cx="12700" cy="3929633"/>
              </a:xfrm>
              <a:custGeom>
                <a:avLst/>
                <a:gdLst>
                  <a:gd name="connsiteX0" fmla="*/ 0 w 12700"/>
                  <a:gd name="connsiteY0" fmla="*/ 3929634 h 3929633"/>
                  <a:gd name="connsiteX1" fmla="*/ 0 w 12700"/>
                  <a:gd name="connsiteY1" fmla="*/ 0 h 3929633"/>
                </a:gdLst>
                <a:ahLst/>
                <a:cxnLst>
                  <a:cxn ang="0">
                    <a:pos x="connsiteX0" y="connsiteY0"/>
                  </a:cxn>
                  <a:cxn ang="0">
                    <a:pos x="connsiteX1" y="connsiteY1"/>
                  </a:cxn>
                </a:cxnLst>
                <a:rect l="l" t="t" r="r" b="b"/>
                <a:pathLst>
                  <a:path w="12700" h="3929633">
                    <a:moveTo>
                      <a:pt x="0" y="3929634"/>
                    </a:moveTo>
                    <a:lnTo>
                      <a:pt x="0" y="0"/>
                    </a:lnTo>
                  </a:path>
                </a:pathLst>
              </a:custGeom>
              <a:noFill/>
              <a:ln w="8001" cap="flat">
                <a:solidFill>
                  <a:srgbClr val="EBEBEB"/>
                </a:solidFill>
                <a:prstDash val="solid"/>
                <a:round/>
              </a:ln>
            </p:spPr>
            <p:txBody>
              <a:bodyPr rtlCol="0" anchor="ctr"/>
              <a:lstStyle/>
              <a:p>
                <a:endParaRPr lang="en-GB"/>
              </a:p>
            </p:txBody>
          </p:sp>
          <p:sp>
            <p:nvSpPr>
              <p:cNvPr id="40" name="Free-form: Shape 39">
                <a:extLst>
                  <a:ext uri="{FF2B5EF4-FFF2-40B4-BE49-F238E27FC236}">
                    <a16:creationId xmlns:a16="http://schemas.microsoft.com/office/drawing/2014/main" id="{F7FADA5D-59DD-9F24-9A8C-B44BFCA1E6B0}"/>
                  </a:ext>
                </a:extLst>
              </p:cNvPr>
              <p:cNvSpPr/>
              <p:nvPr/>
            </p:nvSpPr>
            <p:spPr>
              <a:xfrm>
                <a:off x="8067420" y="1499616"/>
                <a:ext cx="12700" cy="3929633"/>
              </a:xfrm>
              <a:custGeom>
                <a:avLst/>
                <a:gdLst>
                  <a:gd name="connsiteX0" fmla="*/ 0 w 12700"/>
                  <a:gd name="connsiteY0" fmla="*/ 3929634 h 3929633"/>
                  <a:gd name="connsiteX1" fmla="*/ 0 w 12700"/>
                  <a:gd name="connsiteY1" fmla="*/ 0 h 3929633"/>
                </a:gdLst>
                <a:ahLst/>
                <a:cxnLst>
                  <a:cxn ang="0">
                    <a:pos x="connsiteX0" y="connsiteY0"/>
                  </a:cxn>
                  <a:cxn ang="0">
                    <a:pos x="connsiteX1" y="connsiteY1"/>
                  </a:cxn>
                </a:cxnLst>
                <a:rect l="l" t="t" r="r" b="b"/>
                <a:pathLst>
                  <a:path w="12700" h="3929633">
                    <a:moveTo>
                      <a:pt x="0" y="3929634"/>
                    </a:moveTo>
                    <a:lnTo>
                      <a:pt x="0" y="0"/>
                    </a:lnTo>
                  </a:path>
                </a:pathLst>
              </a:custGeom>
              <a:noFill/>
              <a:ln w="8001" cap="flat">
                <a:solidFill>
                  <a:srgbClr val="EBEBEB"/>
                </a:solidFill>
                <a:prstDash val="solid"/>
                <a:round/>
              </a:ln>
            </p:spPr>
            <p:txBody>
              <a:bodyPr rtlCol="0" anchor="ctr"/>
              <a:lstStyle/>
              <a:p>
                <a:endParaRPr lang="en-GB"/>
              </a:p>
            </p:txBody>
          </p:sp>
          <p:sp>
            <p:nvSpPr>
              <p:cNvPr id="41" name="Free-form: Shape 40">
                <a:extLst>
                  <a:ext uri="{FF2B5EF4-FFF2-40B4-BE49-F238E27FC236}">
                    <a16:creationId xmlns:a16="http://schemas.microsoft.com/office/drawing/2014/main" id="{D23767C4-5435-3ED2-A2E1-20D8E3E3C2B1}"/>
                  </a:ext>
                </a:extLst>
              </p:cNvPr>
              <p:cNvSpPr/>
              <p:nvPr/>
            </p:nvSpPr>
            <p:spPr>
              <a:xfrm>
                <a:off x="5677027" y="5250560"/>
                <a:ext cx="3573653" cy="12700"/>
              </a:xfrm>
              <a:custGeom>
                <a:avLst/>
                <a:gdLst>
                  <a:gd name="connsiteX0" fmla="*/ 0 w 3573653"/>
                  <a:gd name="connsiteY0" fmla="*/ 0 h 12700"/>
                  <a:gd name="connsiteX1" fmla="*/ 3573653 w 3573653"/>
                  <a:gd name="connsiteY1" fmla="*/ 0 h 12700"/>
                </a:gdLst>
                <a:ahLst/>
                <a:cxnLst>
                  <a:cxn ang="0">
                    <a:pos x="connsiteX0" y="connsiteY0"/>
                  </a:cxn>
                  <a:cxn ang="0">
                    <a:pos x="connsiteX1" y="connsiteY1"/>
                  </a:cxn>
                </a:cxnLst>
                <a:rect l="l" t="t" r="r" b="b"/>
                <a:pathLst>
                  <a:path w="3573653" h="12700">
                    <a:moveTo>
                      <a:pt x="0" y="0"/>
                    </a:moveTo>
                    <a:lnTo>
                      <a:pt x="3573653" y="0"/>
                    </a:lnTo>
                  </a:path>
                </a:pathLst>
              </a:custGeom>
              <a:noFill/>
              <a:ln w="16002" cap="flat">
                <a:solidFill>
                  <a:srgbClr val="EBEBEB"/>
                </a:solidFill>
                <a:prstDash val="solid"/>
                <a:round/>
              </a:ln>
            </p:spPr>
            <p:txBody>
              <a:bodyPr rtlCol="0" anchor="ctr"/>
              <a:lstStyle/>
              <a:p>
                <a:endParaRPr lang="en-GB"/>
              </a:p>
            </p:txBody>
          </p:sp>
          <p:sp>
            <p:nvSpPr>
              <p:cNvPr id="42" name="Free-form: Shape 41">
                <a:extLst>
                  <a:ext uri="{FF2B5EF4-FFF2-40B4-BE49-F238E27FC236}">
                    <a16:creationId xmlns:a16="http://schemas.microsoft.com/office/drawing/2014/main" id="{8CB550BD-404B-80B1-83CB-F20BE0DC2844}"/>
                  </a:ext>
                </a:extLst>
              </p:cNvPr>
              <p:cNvSpPr/>
              <p:nvPr/>
            </p:nvSpPr>
            <p:spPr>
              <a:xfrm>
                <a:off x="5677027" y="4555871"/>
                <a:ext cx="3573653" cy="12700"/>
              </a:xfrm>
              <a:custGeom>
                <a:avLst/>
                <a:gdLst>
                  <a:gd name="connsiteX0" fmla="*/ 0 w 3573653"/>
                  <a:gd name="connsiteY0" fmla="*/ 0 h 12700"/>
                  <a:gd name="connsiteX1" fmla="*/ 3573653 w 3573653"/>
                  <a:gd name="connsiteY1" fmla="*/ 0 h 12700"/>
                </a:gdLst>
                <a:ahLst/>
                <a:cxnLst>
                  <a:cxn ang="0">
                    <a:pos x="connsiteX0" y="connsiteY0"/>
                  </a:cxn>
                  <a:cxn ang="0">
                    <a:pos x="connsiteX1" y="connsiteY1"/>
                  </a:cxn>
                </a:cxnLst>
                <a:rect l="l" t="t" r="r" b="b"/>
                <a:pathLst>
                  <a:path w="3573653" h="12700">
                    <a:moveTo>
                      <a:pt x="0" y="0"/>
                    </a:moveTo>
                    <a:lnTo>
                      <a:pt x="3573653" y="0"/>
                    </a:lnTo>
                  </a:path>
                </a:pathLst>
              </a:custGeom>
              <a:noFill/>
              <a:ln w="16002" cap="flat">
                <a:solidFill>
                  <a:srgbClr val="EBEBEB"/>
                </a:solidFill>
                <a:prstDash val="solid"/>
                <a:round/>
              </a:ln>
            </p:spPr>
            <p:txBody>
              <a:bodyPr rtlCol="0" anchor="ctr"/>
              <a:lstStyle/>
              <a:p>
                <a:endParaRPr lang="en-GB"/>
              </a:p>
            </p:txBody>
          </p:sp>
          <p:sp>
            <p:nvSpPr>
              <p:cNvPr id="43" name="Free-form: Shape 42">
                <a:extLst>
                  <a:ext uri="{FF2B5EF4-FFF2-40B4-BE49-F238E27FC236}">
                    <a16:creationId xmlns:a16="http://schemas.microsoft.com/office/drawing/2014/main" id="{CFA8BE0B-CB5F-AC25-8FB2-5EF59DE8AC75}"/>
                  </a:ext>
                </a:extLst>
              </p:cNvPr>
              <p:cNvSpPr/>
              <p:nvPr/>
            </p:nvSpPr>
            <p:spPr>
              <a:xfrm>
                <a:off x="5677027" y="3861054"/>
                <a:ext cx="3573653" cy="12700"/>
              </a:xfrm>
              <a:custGeom>
                <a:avLst/>
                <a:gdLst>
                  <a:gd name="connsiteX0" fmla="*/ 0 w 3573653"/>
                  <a:gd name="connsiteY0" fmla="*/ 0 h 12700"/>
                  <a:gd name="connsiteX1" fmla="*/ 3573653 w 3573653"/>
                  <a:gd name="connsiteY1" fmla="*/ 0 h 12700"/>
                </a:gdLst>
                <a:ahLst/>
                <a:cxnLst>
                  <a:cxn ang="0">
                    <a:pos x="connsiteX0" y="connsiteY0"/>
                  </a:cxn>
                  <a:cxn ang="0">
                    <a:pos x="connsiteX1" y="connsiteY1"/>
                  </a:cxn>
                </a:cxnLst>
                <a:rect l="l" t="t" r="r" b="b"/>
                <a:pathLst>
                  <a:path w="3573653" h="12700">
                    <a:moveTo>
                      <a:pt x="0" y="0"/>
                    </a:moveTo>
                    <a:lnTo>
                      <a:pt x="3573653" y="0"/>
                    </a:lnTo>
                  </a:path>
                </a:pathLst>
              </a:custGeom>
              <a:noFill/>
              <a:ln w="16002" cap="flat">
                <a:solidFill>
                  <a:srgbClr val="EBEBEB"/>
                </a:solidFill>
                <a:prstDash val="solid"/>
                <a:round/>
              </a:ln>
            </p:spPr>
            <p:txBody>
              <a:bodyPr rtlCol="0" anchor="ctr"/>
              <a:lstStyle/>
              <a:p>
                <a:endParaRPr lang="en-GB"/>
              </a:p>
            </p:txBody>
          </p:sp>
          <p:sp>
            <p:nvSpPr>
              <p:cNvPr id="44" name="Free-form: Shape 43">
                <a:extLst>
                  <a:ext uri="{FF2B5EF4-FFF2-40B4-BE49-F238E27FC236}">
                    <a16:creationId xmlns:a16="http://schemas.microsoft.com/office/drawing/2014/main" id="{511D6F7A-6568-253E-DF0C-C0F375737E57}"/>
                  </a:ext>
                </a:extLst>
              </p:cNvPr>
              <p:cNvSpPr/>
              <p:nvPr/>
            </p:nvSpPr>
            <p:spPr>
              <a:xfrm>
                <a:off x="5677027" y="3166364"/>
                <a:ext cx="3573653" cy="12700"/>
              </a:xfrm>
              <a:custGeom>
                <a:avLst/>
                <a:gdLst>
                  <a:gd name="connsiteX0" fmla="*/ 0 w 3573653"/>
                  <a:gd name="connsiteY0" fmla="*/ 0 h 12700"/>
                  <a:gd name="connsiteX1" fmla="*/ 3573653 w 3573653"/>
                  <a:gd name="connsiteY1" fmla="*/ 0 h 12700"/>
                </a:gdLst>
                <a:ahLst/>
                <a:cxnLst>
                  <a:cxn ang="0">
                    <a:pos x="connsiteX0" y="connsiteY0"/>
                  </a:cxn>
                  <a:cxn ang="0">
                    <a:pos x="connsiteX1" y="connsiteY1"/>
                  </a:cxn>
                </a:cxnLst>
                <a:rect l="l" t="t" r="r" b="b"/>
                <a:pathLst>
                  <a:path w="3573653" h="12700">
                    <a:moveTo>
                      <a:pt x="0" y="0"/>
                    </a:moveTo>
                    <a:lnTo>
                      <a:pt x="3573653" y="0"/>
                    </a:lnTo>
                  </a:path>
                </a:pathLst>
              </a:custGeom>
              <a:noFill/>
              <a:ln w="16002" cap="flat">
                <a:solidFill>
                  <a:srgbClr val="EBEBEB"/>
                </a:solidFill>
                <a:prstDash val="solid"/>
                <a:round/>
              </a:ln>
            </p:spPr>
            <p:txBody>
              <a:bodyPr rtlCol="0" anchor="ctr"/>
              <a:lstStyle/>
              <a:p>
                <a:endParaRPr lang="en-GB"/>
              </a:p>
            </p:txBody>
          </p:sp>
          <p:sp>
            <p:nvSpPr>
              <p:cNvPr id="45" name="Free-form: Shape 44">
                <a:extLst>
                  <a:ext uri="{FF2B5EF4-FFF2-40B4-BE49-F238E27FC236}">
                    <a16:creationId xmlns:a16="http://schemas.microsoft.com/office/drawing/2014/main" id="{3A5DCD29-D3BD-4E36-0FE1-43BEBD2920C9}"/>
                  </a:ext>
                </a:extLst>
              </p:cNvPr>
              <p:cNvSpPr/>
              <p:nvPr/>
            </p:nvSpPr>
            <p:spPr>
              <a:xfrm>
                <a:off x="5677027" y="2471547"/>
                <a:ext cx="3573653" cy="12700"/>
              </a:xfrm>
              <a:custGeom>
                <a:avLst/>
                <a:gdLst>
                  <a:gd name="connsiteX0" fmla="*/ 0 w 3573653"/>
                  <a:gd name="connsiteY0" fmla="*/ 0 h 12700"/>
                  <a:gd name="connsiteX1" fmla="*/ 3573653 w 3573653"/>
                  <a:gd name="connsiteY1" fmla="*/ 0 h 12700"/>
                </a:gdLst>
                <a:ahLst/>
                <a:cxnLst>
                  <a:cxn ang="0">
                    <a:pos x="connsiteX0" y="connsiteY0"/>
                  </a:cxn>
                  <a:cxn ang="0">
                    <a:pos x="connsiteX1" y="connsiteY1"/>
                  </a:cxn>
                </a:cxnLst>
                <a:rect l="l" t="t" r="r" b="b"/>
                <a:pathLst>
                  <a:path w="3573653" h="12700">
                    <a:moveTo>
                      <a:pt x="0" y="0"/>
                    </a:moveTo>
                    <a:lnTo>
                      <a:pt x="3573653" y="0"/>
                    </a:lnTo>
                  </a:path>
                </a:pathLst>
              </a:custGeom>
              <a:noFill/>
              <a:ln w="16002" cap="flat">
                <a:solidFill>
                  <a:srgbClr val="EBEBEB"/>
                </a:solidFill>
                <a:prstDash val="solid"/>
                <a:round/>
              </a:ln>
            </p:spPr>
            <p:txBody>
              <a:bodyPr rtlCol="0" anchor="ctr"/>
              <a:lstStyle/>
              <a:p>
                <a:endParaRPr lang="en-GB"/>
              </a:p>
            </p:txBody>
          </p:sp>
          <p:sp>
            <p:nvSpPr>
              <p:cNvPr id="46" name="Free-form: Shape 45">
                <a:extLst>
                  <a:ext uri="{FF2B5EF4-FFF2-40B4-BE49-F238E27FC236}">
                    <a16:creationId xmlns:a16="http://schemas.microsoft.com/office/drawing/2014/main" id="{746457BC-2308-1983-7BC3-3C6C59DF4137}"/>
                  </a:ext>
                </a:extLst>
              </p:cNvPr>
              <p:cNvSpPr/>
              <p:nvPr/>
            </p:nvSpPr>
            <p:spPr>
              <a:xfrm>
                <a:off x="5677027" y="1776857"/>
                <a:ext cx="3573653" cy="12700"/>
              </a:xfrm>
              <a:custGeom>
                <a:avLst/>
                <a:gdLst>
                  <a:gd name="connsiteX0" fmla="*/ 0 w 3573653"/>
                  <a:gd name="connsiteY0" fmla="*/ 0 h 12700"/>
                  <a:gd name="connsiteX1" fmla="*/ 3573653 w 3573653"/>
                  <a:gd name="connsiteY1" fmla="*/ 0 h 12700"/>
                </a:gdLst>
                <a:ahLst/>
                <a:cxnLst>
                  <a:cxn ang="0">
                    <a:pos x="connsiteX0" y="connsiteY0"/>
                  </a:cxn>
                  <a:cxn ang="0">
                    <a:pos x="connsiteX1" y="connsiteY1"/>
                  </a:cxn>
                </a:cxnLst>
                <a:rect l="l" t="t" r="r" b="b"/>
                <a:pathLst>
                  <a:path w="3573653" h="12700">
                    <a:moveTo>
                      <a:pt x="0" y="0"/>
                    </a:moveTo>
                    <a:lnTo>
                      <a:pt x="3573653" y="0"/>
                    </a:lnTo>
                  </a:path>
                </a:pathLst>
              </a:custGeom>
              <a:noFill/>
              <a:ln w="16002" cap="flat">
                <a:solidFill>
                  <a:srgbClr val="EBEBEB"/>
                </a:solidFill>
                <a:prstDash val="solid"/>
                <a:round/>
              </a:ln>
            </p:spPr>
            <p:txBody>
              <a:bodyPr rtlCol="0" anchor="ctr"/>
              <a:lstStyle/>
              <a:p>
                <a:endParaRPr lang="en-GB"/>
              </a:p>
            </p:txBody>
          </p:sp>
          <p:sp>
            <p:nvSpPr>
              <p:cNvPr id="47" name="Free-form: Shape 46">
                <a:extLst>
                  <a:ext uri="{FF2B5EF4-FFF2-40B4-BE49-F238E27FC236}">
                    <a16:creationId xmlns:a16="http://schemas.microsoft.com/office/drawing/2014/main" id="{DAFD5FD1-A5C0-9AFF-CE5B-5FE496D2AF1B}"/>
                  </a:ext>
                </a:extLst>
              </p:cNvPr>
              <p:cNvSpPr/>
              <p:nvPr/>
            </p:nvSpPr>
            <p:spPr>
              <a:xfrm>
                <a:off x="6102350" y="1499616"/>
                <a:ext cx="12700" cy="3929633"/>
              </a:xfrm>
              <a:custGeom>
                <a:avLst/>
                <a:gdLst>
                  <a:gd name="connsiteX0" fmla="*/ 0 w 12700"/>
                  <a:gd name="connsiteY0" fmla="*/ 3929634 h 3929633"/>
                  <a:gd name="connsiteX1" fmla="*/ 0 w 12700"/>
                  <a:gd name="connsiteY1" fmla="*/ 0 h 3929633"/>
                </a:gdLst>
                <a:ahLst/>
                <a:cxnLst>
                  <a:cxn ang="0">
                    <a:pos x="connsiteX0" y="connsiteY0"/>
                  </a:cxn>
                  <a:cxn ang="0">
                    <a:pos x="connsiteX1" y="connsiteY1"/>
                  </a:cxn>
                </a:cxnLst>
                <a:rect l="l" t="t" r="r" b="b"/>
                <a:pathLst>
                  <a:path w="12700" h="3929633">
                    <a:moveTo>
                      <a:pt x="0" y="3929634"/>
                    </a:moveTo>
                    <a:lnTo>
                      <a:pt x="0" y="0"/>
                    </a:lnTo>
                  </a:path>
                </a:pathLst>
              </a:custGeom>
              <a:noFill/>
              <a:ln w="16002" cap="flat">
                <a:solidFill>
                  <a:srgbClr val="EBEBEB"/>
                </a:solidFill>
                <a:prstDash val="solid"/>
                <a:round/>
              </a:ln>
            </p:spPr>
            <p:txBody>
              <a:bodyPr rtlCol="0" anchor="ctr"/>
              <a:lstStyle/>
              <a:p>
                <a:endParaRPr lang="en-GB"/>
              </a:p>
            </p:txBody>
          </p:sp>
          <p:sp>
            <p:nvSpPr>
              <p:cNvPr id="48" name="Free-form: Shape 47">
                <a:extLst>
                  <a:ext uri="{FF2B5EF4-FFF2-40B4-BE49-F238E27FC236}">
                    <a16:creationId xmlns:a16="http://schemas.microsoft.com/office/drawing/2014/main" id="{944AB991-1AB5-AEC9-A0C1-B0E9B15C53A0}"/>
                  </a:ext>
                </a:extLst>
              </p:cNvPr>
              <p:cNvSpPr/>
              <p:nvPr/>
            </p:nvSpPr>
            <p:spPr>
              <a:xfrm>
                <a:off x="7426705" y="1499616"/>
                <a:ext cx="12700" cy="3929633"/>
              </a:xfrm>
              <a:custGeom>
                <a:avLst/>
                <a:gdLst>
                  <a:gd name="connsiteX0" fmla="*/ 0 w 12700"/>
                  <a:gd name="connsiteY0" fmla="*/ 3929634 h 3929633"/>
                  <a:gd name="connsiteX1" fmla="*/ 0 w 12700"/>
                  <a:gd name="connsiteY1" fmla="*/ 0 h 3929633"/>
                </a:gdLst>
                <a:ahLst/>
                <a:cxnLst>
                  <a:cxn ang="0">
                    <a:pos x="connsiteX0" y="connsiteY0"/>
                  </a:cxn>
                  <a:cxn ang="0">
                    <a:pos x="connsiteX1" y="connsiteY1"/>
                  </a:cxn>
                </a:cxnLst>
                <a:rect l="l" t="t" r="r" b="b"/>
                <a:pathLst>
                  <a:path w="12700" h="3929633">
                    <a:moveTo>
                      <a:pt x="0" y="3929634"/>
                    </a:moveTo>
                    <a:lnTo>
                      <a:pt x="0" y="0"/>
                    </a:lnTo>
                  </a:path>
                </a:pathLst>
              </a:custGeom>
              <a:noFill/>
              <a:ln w="16002" cap="flat">
                <a:solidFill>
                  <a:srgbClr val="EBEBEB"/>
                </a:solidFill>
                <a:prstDash val="solid"/>
                <a:round/>
              </a:ln>
            </p:spPr>
            <p:txBody>
              <a:bodyPr rtlCol="0" anchor="ctr"/>
              <a:lstStyle/>
              <a:p>
                <a:endParaRPr lang="en-GB"/>
              </a:p>
            </p:txBody>
          </p:sp>
          <p:sp>
            <p:nvSpPr>
              <p:cNvPr id="49" name="Free-form: Shape 48">
                <a:extLst>
                  <a:ext uri="{FF2B5EF4-FFF2-40B4-BE49-F238E27FC236}">
                    <a16:creationId xmlns:a16="http://schemas.microsoft.com/office/drawing/2014/main" id="{11E53949-8DE1-11AA-0E03-A09D97EDB410}"/>
                  </a:ext>
                </a:extLst>
              </p:cNvPr>
              <p:cNvSpPr/>
              <p:nvPr/>
            </p:nvSpPr>
            <p:spPr>
              <a:xfrm>
                <a:off x="8708263" y="1499616"/>
                <a:ext cx="12700" cy="3929633"/>
              </a:xfrm>
              <a:custGeom>
                <a:avLst/>
                <a:gdLst>
                  <a:gd name="connsiteX0" fmla="*/ 0 w 12700"/>
                  <a:gd name="connsiteY0" fmla="*/ 3929634 h 3929633"/>
                  <a:gd name="connsiteX1" fmla="*/ 0 w 12700"/>
                  <a:gd name="connsiteY1" fmla="*/ 0 h 3929633"/>
                </a:gdLst>
                <a:ahLst/>
                <a:cxnLst>
                  <a:cxn ang="0">
                    <a:pos x="connsiteX0" y="connsiteY0"/>
                  </a:cxn>
                  <a:cxn ang="0">
                    <a:pos x="connsiteX1" y="connsiteY1"/>
                  </a:cxn>
                </a:cxnLst>
                <a:rect l="l" t="t" r="r" b="b"/>
                <a:pathLst>
                  <a:path w="12700" h="3929633">
                    <a:moveTo>
                      <a:pt x="0" y="3929634"/>
                    </a:moveTo>
                    <a:lnTo>
                      <a:pt x="0" y="0"/>
                    </a:lnTo>
                  </a:path>
                </a:pathLst>
              </a:custGeom>
              <a:noFill/>
              <a:ln w="16002" cap="flat">
                <a:solidFill>
                  <a:srgbClr val="EBEBEB"/>
                </a:solidFill>
                <a:prstDash val="solid"/>
                <a:round/>
              </a:ln>
            </p:spPr>
            <p:txBody>
              <a:bodyPr rtlCol="0" anchor="ctr"/>
              <a:lstStyle/>
              <a:p>
                <a:endParaRPr lang="en-GB"/>
              </a:p>
            </p:txBody>
          </p:sp>
          <p:sp>
            <p:nvSpPr>
              <p:cNvPr id="50" name="Free-form: Shape 49">
                <a:extLst>
                  <a:ext uri="{FF2B5EF4-FFF2-40B4-BE49-F238E27FC236}">
                    <a16:creationId xmlns:a16="http://schemas.microsoft.com/office/drawing/2014/main" id="{ADEF18E1-C4D0-A202-77DF-E654E3050C94}"/>
                  </a:ext>
                </a:extLst>
              </p:cNvPr>
              <p:cNvSpPr/>
              <p:nvPr/>
            </p:nvSpPr>
            <p:spPr>
              <a:xfrm>
                <a:off x="6280404" y="4434459"/>
                <a:ext cx="213613" cy="816101"/>
              </a:xfrm>
              <a:custGeom>
                <a:avLst/>
                <a:gdLst>
                  <a:gd name="connsiteX0" fmla="*/ 0 w 213613"/>
                  <a:gd name="connsiteY0" fmla="*/ 0 h 816101"/>
                  <a:gd name="connsiteX1" fmla="*/ 213614 w 213613"/>
                  <a:gd name="connsiteY1" fmla="*/ 0 h 816101"/>
                  <a:gd name="connsiteX2" fmla="*/ 213614 w 213613"/>
                  <a:gd name="connsiteY2" fmla="*/ 816102 h 816101"/>
                  <a:gd name="connsiteX3" fmla="*/ 0 w 213613"/>
                  <a:gd name="connsiteY3" fmla="*/ 816102 h 816101"/>
                </a:gdLst>
                <a:ahLst/>
                <a:cxnLst>
                  <a:cxn ang="0">
                    <a:pos x="connsiteX0" y="connsiteY0"/>
                  </a:cxn>
                  <a:cxn ang="0">
                    <a:pos x="connsiteX1" y="connsiteY1"/>
                  </a:cxn>
                  <a:cxn ang="0">
                    <a:pos x="connsiteX2" y="connsiteY2"/>
                  </a:cxn>
                  <a:cxn ang="0">
                    <a:pos x="connsiteX3" y="connsiteY3"/>
                  </a:cxn>
                </a:cxnLst>
                <a:rect l="l" t="t" r="r" b="b"/>
                <a:pathLst>
                  <a:path w="213613" h="816101">
                    <a:moveTo>
                      <a:pt x="0" y="0"/>
                    </a:moveTo>
                    <a:lnTo>
                      <a:pt x="213614" y="0"/>
                    </a:lnTo>
                    <a:lnTo>
                      <a:pt x="213614" y="816102"/>
                    </a:lnTo>
                    <a:lnTo>
                      <a:pt x="0" y="816102"/>
                    </a:lnTo>
                    <a:close/>
                  </a:path>
                </a:pathLst>
              </a:custGeom>
              <a:solidFill>
                <a:srgbClr val="FDE725"/>
              </a:solidFill>
              <a:ln w="13589" cap="flat">
                <a:noFill/>
                <a:prstDash val="solid"/>
                <a:miter/>
              </a:ln>
            </p:spPr>
            <p:txBody>
              <a:bodyPr rtlCol="0" anchor="ctr"/>
              <a:lstStyle/>
              <a:p>
                <a:endParaRPr lang="en-GB"/>
              </a:p>
            </p:txBody>
          </p:sp>
          <p:sp>
            <p:nvSpPr>
              <p:cNvPr id="51" name="Free-form: Shape 50">
                <a:extLst>
                  <a:ext uri="{FF2B5EF4-FFF2-40B4-BE49-F238E27FC236}">
                    <a16:creationId xmlns:a16="http://schemas.microsoft.com/office/drawing/2014/main" id="{7ED5F301-887F-0776-43BB-668251E2987F}"/>
                  </a:ext>
                </a:extLst>
              </p:cNvPr>
              <p:cNvSpPr/>
              <p:nvPr/>
            </p:nvSpPr>
            <p:spPr>
              <a:xfrm>
                <a:off x="7480046" y="2892679"/>
                <a:ext cx="320421" cy="2358009"/>
              </a:xfrm>
              <a:custGeom>
                <a:avLst/>
                <a:gdLst>
                  <a:gd name="connsiteX0" fmla="*/ 0 w 320421"/>
                  <a:gd name="connsiteY0" fmla="*/ 0 h 2358009"/>
                  <a:gd name="connsiteX1" fmla="*/ 320421 w 320421"/>
                  <a:gd name="connsiteY1" fmla="*/ 0 h 2358009"/>
                  <a:gd name="connsiteX2" fmla="*/ 320421 w 320421"/>
                  <a:gd name="connsiteY2" fmla="*/ 2358009 h 2358009"/>
                  <a:gd name="connsiteX3" fmla="*/ 0 w 320421"/>
                  <a:gd name="connsiteY3" fmla="*/ 2358009 h 2358009"/>
                </a:gdLst>
                <a:ahLst/>
                <a:cxnLst>
                  <a:cxn ang="0">
                    <a:pos x="connsiteX0" y="connsiteY0"/>
                  </a:cxn>
                  <a:cxn ang="0">
                    <a:pos x="connsiteX1" y="connsiteY1"/>
                  </a:cxn>
                  <a:cxn ang="0">
                    <a:pos x="connsiteX2" y="connsiteY2"/>
                  </a:cxn>
                  <a:cxn ang="0">
                    <a:pos x="connsiteX3" y="connsiteY3"/>
                  </a:cxn>
                </a:cxnLst>
                <a:rect l="l" t="t" r="r" b="b"/>
                <a:pathLst>
                  <a:path w="320421" h="2358009">
                    <a:moveTo>
                      <a:pt x="0" y="0"/>
                    </a:moveTo>
                    <a:lnTo>
                      <a:pt x="320421" y="0"/>
                    </a:lnTo>
                    <a:lnTo>
                      <a:pt x="320421" y="2358009"/>
                    </a:lnTo>
                    <a:lnTo>
                      <a:pt x="0" y="2358009"/>
                    </a:lnTo>
                    <a:close/>
                  </a:path>
                </a:pathLst>
              </a:custGeom>
              <a:solidFill>
                <a:srgbClr val="FDE725"/>
              </a:solidFill>
              <a:ln w="13589" cap="flat">
                <a:noFill/>
                <a:prstDash val="solid"/>
                <a:miter/>
              </a:ln>
            </p:spPr>
            <p:txBody>
              <a:bodyPr rtlCol="0" anchor="ctr"/>
              <a:lstStyle/>
              <a:p>
                <a:endParaRPr lang="en-GB"/>
              </a:p>
            </p:txBody>
          </p:sp>
          <p:sp>
            <p:nvSpPr>
              <p:cNvPr id="52" name="Free-form: Shape 51">
                <a:extLst>
                  <a:ext uri="{FF2B5EF4-FFF2-40B4-BE49-F238E27FC236}">
                    <a16:creationId xmlns:a16="http://schemas.microsoft.com/office/drawing/2014/main" id="{9E178BC4-A9D0-F313-7A38-863F94453C7D}"/>
                  </a:ext>
                </a:extLst>
              </p:cNvPr>
              <p:cNvSpPr/>
              <p:nvPr/>
            </p:nvSpPr>
            <p:spPr>
              <a:xfrm>
                <a:off x="8334502" y="2792857"/>
                <a:ext cx="320421" cy="2457831"/>
              </a:xfrm>
              <a:custGeom>
                <a:avLst/>
                <a:gdLst>
                  <a:gd name="connsiteX0" fmla="*/ 0 w 320421"/>
                  <a:gd name="connsiteY0" fmla="*/ 0 h 2457831"/>
                  <a:gd name="connsiteX1" fmla="*/ 320421 w 320421"/>
                  <a:gd name="connsiteY1" fmla="*/ 0 h 2457831"/>
                  <a:gd name="connsiteX2" fmla="*/ 320421 w 320421"/>
                  <a:gd name="connsiteY2" fmla="*/ 2457831 h 2457831"/>
                  <a:gd name="connsiteX3" fmla="*/ 0 w 320421"/>
                  <a:gd name="connsiteY3" fmla="*/ 2457831 h 2457831"/>
                </a:gdLst>
                <a:ahLst/>
                <a:cxnLst>
                  <a:cxn ang="0">
                    <a:pos x="connsiteX0" y="connsiteY0"/>
                  </a:cxn>
                  <a:cxn ang="0">
                    <a:pos x="connsiteX1" y="connsiteY1"/>
                  </a:cxn>
                  <a:cxn ang="0">
                    <a:pos x="connsiteX2" y="connsiteY2"/>
                  </a:cxn>
                  <a:cxn ang="0">
                    <a:pos x="connsiteX3" y="connsiteY3"/>
                  </a:cxn>
                </a:cxnLst>
                <a:rect l="l" t="t" r="r" b="b"/>
                <a:pathLst>
                  <a:path w="320421" h="2457831">
                    <a:moveTo>
                      <a:pt x="0" y="0"/>
                    </a:moveTo>
                    <a:lnTo>
                      <a:pt x="320421" y="0"/>
                    </a:lnTo>
                    <a:lnTo>
                      <a:pt x="320421" y="2457831"/>
                    </a:lnTo>
                    <a:lnTo>
                      <a:pt x="0" y="2457831"/>
                    </a:lnTo>
                    <a:close/>
                  </a:path>
                </a:pathLst>
              </a:custGeom>
              <a:solidFill>
                <a:schemeClr val="accent4">
                  <a:lumMod val="60000"/>
                  <a:lumOff val="40000"/>
                </a:schemeClr>
              </a:solidFill>
              <a:ln w="13589" cap="flat">
                <a:noFill/>
                <a:prstDash val="solid"/>
                <a:miter/>
              </a:ln>
            </p:spPr>
            <p:txBody>
              <a:bodyPr rtlCol="0" anchor="ctr"/>
              <a:lstStyle/>
              <a:p>
                <a:endParaRPr lang="en-GB" dirty="0"/>
              </a:p>
            </p:txBody>
          </p:sp>
          <p:sp>
            <p:nvSpPr>
              <p:cNvPr id="53" name="Free-form: Shape 52">
                <a:extLst>
                  <a:ext uri="{FF2B5EF4-FFF2-40B4-BE49-F238E27FC236}">
                    <a16:creationId xmlns:a16="http://schemas.microsoft.com/office/drawing/2014/main" id="{19886C0E-4CFE-AE5A-B103-754338573002}"/>
                  </a:ext>
                </a:extLst>
              </p:cNvPr>
              <p:cNvSpPr/>
              <p:nvPr/>
            </p:nvSpPr>
            <p:spPr>
              <a:xfrm>
                <a:off x="8761730" y="3893566"/>
                <a:ext cx="320421" cy="1357121"/>
              </a:xfrm>
              <a:custGeom>
                <a:avLst/>
                <a:gdLst>
                  <a:gd name="connsiteX0" fmla="*/ 0 w 320421"/>
                  <a:gd name="connsiteY0" fmla="*/ 0 h 1357121"/>
                  <a:gd name="connsiteX1" fmla="*/ 320421 w 320421"/>
                  <a:gd name="connsiteY1" fmla="*/ 0 h 1357121"/>
                  <a:gd name="connsiteX2" fmla="*/ 320421 w 320421"/>
                  <a:gd name="connsiteY2" fmla="*/ 1357122 h 1357121"/>
                  <a:gd name="connsiteX3" fmla="*/ 0 w 320421"/>
                  <a:gd name="connsiteY3" fmla="*/ 1357122 h 1357121"/>
                </a:gdLst>
                <a:ahLst/>
                <a:cxnLst>
                  <a:cxn ang="0">
                    <a:pos x="connsiteX0" y="connsiteY0"/>
                  </a:cxn>
                  <a:cxn ang="0">
                    <a:pos x="connsiteX1" y="connsiteY1"/>
                  </a:cxn>
                  <a:cxn ang="0">
                    <a:pos x="connsiteX2" y="connsiteY2"/>
                  </a:cxn>
                  <a:cxn ang="0">
                    <a:pos x="connsiteX3" y="connsiteY3"/>
                  </a:cxn>
                </a:cxnLst>
                <a:rect l="l" t="t" r="r" b="b"/>
                <a:pathLst>
                  <a:path w="320421" h="1357121">
                    <a:moveTo>
                      <a:pt x="0" y="0"/>
                    </a:moveTo>
                    <a:lnTo>
                      <a:pt x="320421" y="0"/>
                    </a:lnTo>
                    <a:lnTo>
                      <a:pt x="320421" y="1357122"/>
                    </a:lnTo>
                    <a:lnTo>
                      <a:pt x="0" y="1357122"/>
                    </a:lnTo>
                    <a:close/>
                  </a:path>
                </a:pathLst>
              </a:custGeom>
              <a:solidFill>
                <a:srgbClr val="FDE725"/>
              </a:solidFill>
              <a:ln w="13589" cap="flat">
                <a:noFill/>
                <a:prstDash val="solid"/>
                <a:miter/>
              </a:ln>
            </p:spPr>
            <p:txBody>
              <a:bodyPr rtlCol="0" anchor="ctr"/>
              <a:lstStyle/>
              <a:p>
                <a:endParaRPr lang="en-GB"/>
              </a:p>
            </p:txBody>
          </p:sp>
          <p:sp>
            <p:nvSpPr>
              <p:cNvPr id="54" name="Free-form: Shape 53">
                <a:extLst>
                  <a:ext uri="{FF2B5EF4-FFF2-40B4-BE49-F238E27FC236}">
                    <a16:creationId xmlns:a16="http://schemas.microsoft.com/office/drawing/2014/main" id="{8CA97D10-D7CF-5E0F-4D50-30F9D3404A5F}"/>
                  </a:ext>
                </a:extLst>
              </p:cNvPr>
              <p:cNvSpPr/>
              <p:nvPr/>
            </p:nvSpPr>
            <p:spPr>
              <a:xfrm>
                <a:off x="5760592" y="5250560"/>
                <a:ext cx="113919" cy="12700"/>
              </a:xfrm>
              <a:custGeom>
                <a:avLst/>
                <a:gdLst>
                  <a:gd name="connsiteX0" fmla="*/ 0 w 113919"/>
                  <a:gd name="connsiteY0" fmla="*/ 0 h 12700"/>
                  <a:gd name="connsiteX1" fmla="*/ 113919 w 113919"/>
                  <a:gd name="connsiteY1" fmla="*/ 0 h 12700"/>
                </a:gdLst>
                <a:ahLst/>
                <a:cxnLst>
                  <a:cxn ang="0">
                    <a:pos x="connsiteX0" y="connsiteY0"/>
                  </a:cxn>
                  <a:cxn ang="0">
                    <a:pos x="connsiteX1" y="connsiteY1"/>
                  </a:cxn>
                </a:cxnLst>
                <a:rect l="l" t="t" r="r" b="b"/>
                <a:pathLst>
                  <a:path w="113919" h="12700">
                    <a:moveTo>
                      <a:pt x="0" y="0"/>
                    </a:moveTo>
                    <a:lnTo>
                      <a:pt x="113919" y="0"/>
                    </a:lnTo>
                  </a:path>
                </a:pathLst>
              </a:custGeom>
              <a:noFill/>
              <a:ln w="13589" cap="flat">
                <a:solidFill>
                  <a:srgbClr val="000000">
                    <a:alpha val="70000"/>
                  </a:srgbClr>
                </a:solidFill>
                <a:prstDash val="solid"/>
                <a:round/>
              </a:ln>
            </p:spPr>
            <p:txBody>
              <a:bodyPr rtlCol="0" anchor="ctr"/>
              <a:lstStyle/>
              <a:p>
                <a:endParaRPr lang="en-GB"/>
              </a:p>
            </p:txBody>
          </p:sp>
          <p:sp>
            <p:nvSpPr>
              <p:cNvPr id="55" name="Free-form: Shape 54">
                <a:extLst>
                  <a:ext uri="{FF2B5EF4-FFF2-40B4-BE49-F238E27FC236}">
                    <a16:creationId xmlns:a16="http://schemas.microsoft.com/office/drawing/2014/main" id="{BF829AA4-24CC-6BBA-A775-432BDDD6750B}"/>
                  </a:ext>
                </a:extLst>
              </p:cNvPr>
              <p:cNvSpPr/>
              <p:nvPr/>
            </p:nvSpPr>
            <p:spPr>
              <a:xfrm>
                <a:off x="5817615" y="5250560"/>
                <a:ext cx="12700" cy="12700"/>
              </a:xfrm>
              <a:custGeom>
                <a:avLst/>
                <a:gdLst>
                  <a:gd name="connsiteX0" fmla="*/ 0 w 12700"/>
                  <a:gd name="connsiteY0" fmla="*/ 0 h 12700"/>
                  <a:gd name="connsiteX1" fmla="*/ 0 w 12700"/>
                  <a:gd name="connsiteY1" fmla="*/ 0 h 12700"/>
                </a:gdLst>
                <a:ahLst/>
                <a:cxnLst>
                  <a:cxn ang="0">
                    <a:pos x="connsiteX0" y="connsiteY0"/>
                  </a:cxn>
                  <a:cxn ang="0">
                    <a:pos x="connsiteX1" y="connsiteY1"/>
                  </a:cxn>
                </a:cxnLst>
                <a:rect l="l" t="t" r="r" b="b"/>
                <a:pathLst>
                  <a:path w="12700" h="12700">
                    <a:moveTo>
                      <a:pt x="0" y="0"/>
                    </a:moveTo>
                    <a:lnTo>
                      <a:pt x="0" y="0"/>
                    </a:lnTo>
                  </a:path>
                </a:pathLst>
              </a:custGeom>
              <a:noFill/>
              <a:ln w="13589" cap="flat">
                <a:solidFill>
                  <a:srgbClr val="000000">
                    <a:alpha val="70000"/>
                  </a:srgbClr>
                </a:solidFill>
                <a:prstDash val="solid"/>
                <a:round/>
              </a:ln>
            </p:spPr>
            <p:txBody>
              <a:bodyPr rtlCol="0" anchor="ctr"/>
              <a:lstStyle/>
              <a:p>
                <a:endParaRPr lang="en-GB"/>
              </a:p>
            </p:txBody>
          </p:sp>
          <p:sp>
            <p:nvSpPr>
              <p:cNvPr id="56" name="Free-form: Shape 55">
                <a:extLst>
                  <a:ext uri="{FF2B5EF4-FFF2-40B4-BE49-F238E27FC236}">
                    <a16:creationId xmlns:a16="http://schemas.microsoft.com/office/drawing/2014/main" id="{A1DEA02F-3B61-2CA9-84C1-C4CD66498E26}"/>
                  </a:ext>
                </a:extLst>
              </p:cNvPr>
              <p:cNvSpPr/>
              <p:nvPr/>
            </p:nvSpPr>
            <p:spPr>
              <a:xfrm>
                <a:off x="5760592" y="5250560"/>
                <a:ext cx="113919" cy="12700"/>
              </a:xfrm>
              <a:custGeom>
                <a:avLst/>
                <a:gdLst>
                  <a:gd name="connsiteX0" fmla="*/ 0 w 113919"/>
                  <a:gd name="connsiteY0" fmla="*/ 0 h 12700"/>
                  <a:gd name="connsiteX1" fmla="*/ 113919 w 113919"/>
                  <a:gd name="connsiteY1" fmla="*/ 0 h 12700"/>
                </a:gdLst>
                <a:ahLst/>
                <a:cxnLst>
                  <a:cxn ang="0">
                    <a:pos x="connsiteX0" y="connsiteY0"/>
                  </a:cxn>
                  <a:cxn ang="0">
                    <a:pos x="connsiteX1" y="connsiteY1"/>
                  </a:cxn>
                </a:cxnLst>
                <a:rect l="l" t="t" r="r" b="b"/>
                <a:pathLst>
                  <a:path w="113919" h="12700">
                    <a:moveTo>
                      <a:pt x="0" y="0"/>
                    </a:moveTo>
                    <a:lnTo>
                      <a:pt x="113919" y="0"/>
                    </a:lnTo>
                  </a:path>
                </a:pathLst>
              </a:custGeom>
              <a:noFill/>
              <a:ln w="13589" cap="flat">
                <a:solidFill>
                  <a:srgbClr val="000000">
                    <a:alpha val="70000"/>
                  </a:srgbClr>
                </a:solidFill>
                <a:prstDash val="solid"/>
                <a:round/>
              </a:ln>
            </p:spPr>
            <p:txBody>
              <a:bodyPr rtlCol="0" anchor="ctr"/>
              <a:lstStyle/>
              <a:p>
                <a:endParaRPr lang="en-GB"/>
              </a:p>
            </p:txBody>
          </p:sp>
          <p:sp>
            <p:nvSpPr>
              <p:cNvPr id="57" name="Free-form: Shape 56">
                <a:extLst>
                  <a:ext uri="{FF2B5EF4-FFF2-40B4-BE49-F238E27FC236}">
                    <a16:creationId xmlns:a16="http://schemas.microsoft.com/office/drawing/2014/main" id="{23F553C8-DC6C-FD55-9313-EA6A85033589}"/>
                  </a:ext>
                </a:extLst>
              </p:cNvPr>
              <p:cNvSpPr/>
              <p:nvPr/>
            </p:nvSpPr>
            <p:spPr>
              <a:xfrm>
                <a:off x="6045453" y="5250560"/>
                <a:ext cx="113919" cy="12700"/>
              </a:xfrm>
              <a:custGeom>
                <a:avLst/>
                <a:gdLst>
                  <a:gd name="connsiteX0" fmla="*/ 0 w 113919"/>
                  <a:gd name="connsiteY0" fmla="*/ 0 h 12700"/>
                  <a:gd name="connsiteX1" fmla="*/ 113919 w 113919"/>
                  <a:gd name="connsiteY1" fmla="*/ 0 h 12700"/>
                </a:gdLst>
                <a:ahLst/>
                <a:cxnLst>
                  <a:cxn ang="0">
                    <a:pos x="connsiteX0" y="connsiteY0"/>
                  </a:cxn>
                  <a:cxn ang="0">
                    <a:pos x="connsiteX1" y="connsiteY1"/>
                  </a:cxn>
                </a:cxnLst>
                <a:rect l="l" t="t" r="r" b="b"/>
                <a:pathLst>
                  <a:path w="113919" h="12700">
                    <a:moveTo>
                      <a:pt x="0" y="0"/>
                    </a:moveTo>
                    <a:lnTo>
                      <a:pt x="113919" y="0"/>
                    </a:lnTo>
                  </a:path>
                </a:pathLst>
              </a:custGeom>
              <a:noFill/>
              <a:ln w="13589" cap="flat">
                <a:solidFill>
                  <a:srgbClr val="000000">
                    <a:alpha val="70000"/>
                  </a:srgbClr>
                </a:solidFill>
                <a:prstDash val="solid"/>
                <a:round/>
              </a:ln>
            </p:spPr>
            <p:txBody>
              <a:bodyPr rtlCol="0" anchor="ctr"/>
              <a:lstStyle/>
              <a:p>
                <a:endParaRPr lang="en-GB"/>
              </a:p>
            </p:txBody>
          </p:sp>
          <p:sp>
            <p:nvSpPr>
              <p:cNvPr id="58" name="Free-form: Shape 57">
                <a:extLst>
                  <a:ext uri="{FF2B5EF4-FFF2-40B4-BE49-F238E27FC236}">
                    <a16:creationId xmlns:a16="http://schemas.microsoft.com/office/drawing/2014/main" id="{0EAB5958-4C79-6550-E95E-AB734F06F228}"/>
                  </a:ext>
                </a:extLst>
              </p:cNvPr>
              <p:cNvSpPr/>
              <p:nvPr/>
            </p:nvSpPr>
            <p:spPr>
              <a:xfrm>
                <a:off x="6102350" y="5250560"/>
                <a:ext cx="12700" cy="12700"/>
              </a:xfrm>
              <a:custGeom>
                <a:avLst/>
                <a:gdLst>
                  <a:gd name="connsiteX0" fmla="*/ 0 w 12700"/>
                  <a:gd name="connsiteY0" fmla="*/ 0 h 12700"/>
                  <a:gd name="connsiteX1" fmla="*/ 0 w 12700"/>
                  <a:gd name="connsiteY1" fmla="*/ 0 h 12700"/>
                </a:gdLst>
                <a:ahLst/>
                <a:cxnLst>
                  <a:cxn ang="0">
                    <a:pos x="connsiteX0" y="connsiteY0"/>
                  </a:cxn>
                  <a:cxn ang="0">
                    <a:pos x="connsiteX1" y="connsiteY1"/>
                  </a:cxn>
                </a:cxnLst>
                <a:rect l="l" t="t" r="r" b="b"/>
                <a:pathLst>
                  <a:path w="12700" h="12700">
                    <a:moveTo>
                      <a:pt x="0" y="0"/>
                    </a:moveTo>
                    <a:lnTo>
                      <a:pt x="0" y="0"/>
                    </a:lnTo>
                  </a:path>
                </a:pathLst>
              </a:custGeom>
              <a:noFill/>
              <a:ln w="13589" cap="flat">
                <a:solidFill>
                  <a:srgbClr val="000000">
                    <a:alpha val="70000"/>
                  </a:srgbClr>
                </a:solidFill>
                <a:prstDash val="solid"/>
                <a:round/>
              </a:ln>
            </p:spPr>
            <p:txBody>
              <a:bodyPr rtlCol="0" anchor="ctr"/>
              <a:lstStyle/>
              <a:p>
                <a:endParaRPr lang="en-GB"/>
              </a:p>
            </p:txBody>
          </p:sp>
          <p:sp>
            <p:nvSpPr>
              <p:cNvPr id="59" name="Free-form: Shape 58">
                <a:extLst>
                  <a:ext uri="{FF2B5EF4-FFF2-40B4-BE49-F238E27FC236}">
                    <a16:creationId xmlns:a16="http://schemas.microsoft.com/office/drawing/2014/main" id="{938DC485-CB9C-6A2D-F77F-486171A1BEE3}"/>
                  </a:ext>
                </a:extLst>
              </p:cNvPr>
              <p:cNvSpPr/>
              <p:nvPr/>
            </p:nvSpPr>
            <p:spPr>
              <a:xfrm>
                <a:off x="6045453" y="5250560"/>
                <a:ext cx="113919" cy="12700"/>
              </a:xfrm>
              <a:custGeom>
                <a:avLst/>
                <a:gdLst>
                  <a:gd name="connsiteX0" fmla="*/ 0 w 113919"/>
                  <a:gd name="connsiteY0" fmla="*/ 0 h 12700"/>
                  <a:gd name="connsiteX1" fmla="*/ 113919 w 113919"/>
                  <a:gd name="connsiteY1" fmla="*/ 0 h 12700"/>
                </a:gdLst>
                <a:ahLst/>
                <a:cxnLst>
                  <a:cxn ang="0">
                    <a:pos x="connsiteX0" y="connsiteY0"/>
                  </a:cxn>
                  <a:cxn ang="0">
                    <a:pos x="connsiteX1" y="connsiteY1"/>
                  </a:cxn>
                </a:cxnLst>
                <a:rect l="l" t="t" r="r" b="b"/>
                <a:pathLst>
                  <a:path w="113919" h="12700">
                    <a:moveTo>
                      <a:pt x="0" y="0"/>
                    </a:moveTo>
                    <a:lnTo>
                      <a:pt x="113919" y="0"/>
                    </a:lnTo>
                  </a:path>
                </a:pathLst>
              </a:custGeom>
              <a:noFill/>
              <a:ln w="13589" cap="flat">
                <a:solidFill>
                  <a:srgbClr val="000000">
                    <a:alpha val="70000"/>
                  </a:srgbClr>
                </a:solidFill>
                <a:prstDash val="solid"/>
                <a:round/>
              </a:ln>
            </p:spPr>
            <p:txBody>
              <a:bodyPr rtlCol="0" anchor="ctr"/>
              <a:lstStyle/>
              <a:p>
                <a:endParaRPr lang="en-GB"/>
              </a:p>
            </p:txBody>
          </p:sp>
          <p:sp>
            <p:nvSpPr>
              <p:cNvPr id="60" name="Free-form: Shape 59">
                <a:extLst>
                  <a:ext uri="{FF2B5EF4-FFF2-40B4-BE49-F238E27FC236}">
                    <a16:creationId xmlns:a16="http://schemas.microsoft.com/office/drawing/2014/main" id="{925C6737-05FD-86D0-954D-F3B64C3A6691}"/>
                  </a:ext>
                </a:extLst>
              </p:cNvPr>
              <p:cNvSpPr/>
              <p:nvPr/>
            </p:nvSpPr>
            <p:spPr>
              <a:xfrm>
                <a:off x="6330188" y="4018534"/>
                <a:ext cx="113919" cy="12700"/>
              </a:xfrm>
              <a:custGeom>
                <a:avLst/>
                <a:gdLst>
                  <a:gd name="connsiteX0" fmla="*/ 0 w 113919"/>
                  <a:gd name="connsiteY0" fmla="*/ 0 h 12700"/>
                  <a:gd name="connsiteX1" fmla="*/ 113919 w 113919"/>
                  <a:gd name="connsiteY1" fmla="*/ 0 h 12700"/>
                </a:gdLst>
                <a:ahLst/>
                <a:cxnLst>
                  <a:cxn ang="0">
                    <a:pos x="connsiteX0" y="connsiteY0"/>
                  </a:cxn>
                  <a:cxn ang="0">
                    <a:pos x="connsiteX1" y="connsiteY1"/>
                  </a:cxn>
                </a:cxnLst>
                <a:rect l="l" t="t" r="r" b="b"/>
                <a:pathLst>
                  <a:path w="113919" h="12700">
                    <a:moveTo>
                      <a:pt x="0" y="0"/>
                    </a:moveTo>
                    <a:lnTo>
                      <a:pt x="113919" y="0"/>
                    </a:lnTo>
                  </a:path>
                </a:pathLst>
              </a:custGeom>
              <a:noFill/>
              <a:ln w="13589" cap="flat">
                <a:solidFill>
                  <a:srgbClr val="000000">
                    <a:alpha val="70000"/>
                  </a:srgbClr>
                </a:solidFill>
                <a:prstDash val="solid"/>
                <a:round/>
              </a:ln>
            </p:spPr>
            <p:txBody>
              <a:bodyPr rtlCol="0" anchor="ctr"/>
              <a:lstStyle/>
              <a:p>
                <a:endParaRPr lang="en-GB"/>
              </a:p>
            </p:txBody>
          </p:sp>
          <p:sp>
            <p:nvSpPr>
              <p:cNvPr id="61" name="Free-form: Shape 60">
                <a:extLst>
                  <a:ext uri="{FF2B5EF4-FFF2-40B4-BE49-F238E27FC236}">
                    <a16:creationId xmlns:a16="http://schemas.microsoft.com/office/drawing/2014/main" id="{D88A7708-8F7E-7FA8-C6C8-94FE9A398DB3}"/>
                  </a:ext>
                </a:extLst>
              </p:cNvPr>
              <p:cNvSpPr/>
              <p:nvPr/>
            </p:nvSpPr>
            <p:spPr>
              <a:xfrm>
                <a:off x="6387210" y="4018534"/>
                <a:ext cx="12700" cy="831850"/>
              </a:xfrm>
              <a:custGeom>
                <a:avLst/>
                <a:gdLst>
                  <a:gd name="connsiteX0" fmla="*/ 0 w 12700"/>
                  <a:gd name="connsiteY0" fmla="*/ 0 h 831850"/>
                  <a:gd name="connsiteX1" fmla="*/ 0 w 12700"/>
                  <a:gd name="connsiteY1" fmla="*/ 831850 h 831850"/>
                </a:gdLst>
                <a:ahLst/>
                <a:cxnLst>
                  <a:cxn ang="0">
                    <a:pos x="connsiteX0" y="connsiteY0"/>
                  </a:cxn>
                  <a:cxn ang="0">
                    <a:pos x="connsiteX1" y="connsiteY1"/>
                  </a:cxn>
                </a:cxnLst>
                <a:rect l="l" t="t" r="r" b="b"/>
                <a:pathLst>
                  <a:path w="12700" h="831850">
                    <a:moveTo>
                      <a:pt x="0" y="0"/>
                    </a:moveTo>
                    <a:lnTo>
                      <a:pt x="0" y="831850"/>
                    </a:lnTo>
                  </a:path>
                </a:pathLst>
              </a:custGeom>
              <a:noFill/>
              <a:ln w="13589" cap="flat">
                <a:solidFill>
                  <a:srgbClr val="000000">
                    <a:alpha val="70000"/>
                  </a:srgbClr>
                </a:solidFill>
                <a:prstDash val="solid"/>
                <a:round/>
              </a:ln>
            </p:spPr>
            <p:txBody>
              <a:bodyPr rtlCol="0" anchor="ctr"/>
              <a:lstStyle/>
              <a:p>
                <a:endParaRPr lang="en-GB"/>
              </a:p>
            </p:txBody>
          </p:sp>
          <p:sp>
            <p:nvSpPr>
              <p:cNvPr id="62" name="Free-form: Shape 61">
                <a:extLst>
                  <a:ext uri="{FF2B5EF4-FFF2-40B4-BE49-F238E27FC236}">
                    <a16:creationId xmlns:a16="http://schemas.microsoft.com/office/drawing/2014/main" id="{95B45513-D46E-D5D2-A30E-6326289C8360}"/>
                  </a:ext>
                </a:extLst>
              </p:cNvPr>
              <p:cNvSpPr/>
              <p:nvPr/>
            </p:nvSpPr>
            <p:spPr>
              <a:xfrm>
                <a:off x="6330188" y="4850384"/>
                <a:ext cx="113919" cy="12700"/>
              </a:xfrm>
              <a:custGeom>
                <a:avLst/>
                <a:gdLst>
                  <a:gd name="connsiteX0" fmla="*/ 0 w 113919"/>
                  <a:gd name="connsiteY0" fmla="*/ 0 h 12700"/>
                  <a:gd name="connsiteX1" fmla="*/ 113919 w 113919"/>
                  <a:gd name="connsiteY1" fmla="*/ 0 h 12700"/>
                </a:gdLst>
                <a:ahLst/>
                <a:cxnLst>
                  <a:cxn ang="0">
                    <a:pos x="connsiteX0" y="connsiteY0"/>
                  </a:cxn>
                  <a:cxn ang="0">
                    <a:pos x="connsiteX1" y="connsiteY1"/>
                  </a:cxn>
                </a:cxnLst>
                <a:rect l="l" t="t" r="r" b="b"/>
                <a:pathLst>
                  <a:path w="113919" h="12700">
                    <a:moveTo>
                      <a:pt x="0" y="0"/>
                    </a:moveTo>
                    <a:lnTo>
                      <a:pt x="113919" y="0"/>
                    </a:lnTo>
                  </a:path>
                </a:pathLst>
              </a:custGeom>
              <a:noFill/>
              <a:ln w="13589" cap="flat">
                <a:solidFill>
                  <a:srgbClr val="000000">
                    <a:alpha val="70000"/>
                  </a:srgbClr>
                </a:solidFill>
                <a:prstDash val="solid"/>
                <a:round/>
              </a:ln>
            </p:spPr>
            <p:txBody>
              <a:bodyPr rtlCol="0" anchor="ctr"/>
              <a:lstStyle/>
              <a:p>
                <a:endParaRPr lang="en-GB"/>
              </a:p>
            </p:txBody>
          </p:sp>
          <p:sp>
            <p:nvSpPr>
              <p:cNvPr id="63" name="Free-form: Shape 62">
                <a:extLst>
                  <a:ext uri="{FF2B5EF4-FFF2-40B4-BE49-F238E27FC236}">
                    <a16:creationId xmlns:a16="http://schemas.microsoft.com/office/drawing/2014/main" id="{25B60D18-DB40-AF73-9715-B942CACAD648}"/>
                  </a:ext>
                </a:extLst>
              </p:cNvPr>
              <p:cNvSpPr/>
              <p:nvPr/>
            </p:nvSpPr>
            <p:spPr>
              <a:xfrm>
                <a:off x="7127621" y="5250560"/>
                <a:ext cx="170941" cy="12700"/>
              </a:xfrm>
              <a:custGeom>
                <a:avLst/>
                <a:gdLst>
                  <a:gd name="connsiteX0" fmla="*/ 0 w 170941"/>
                  <a:gd name="connsiteY0" fmla="*/ 0 h 12700"/>
                  <a:gd name="connsiteX1" fmla="*/ 170942 w 170941"/>
                  <a:gd name="connsiteY1" fmla="*/ 0 h 12700"/>
                </a:gdLst>
                <a:ahLst/>
                <a:cxnLst>
                  <a:cxn ang="0">
                    <a:pos x="connsiteX0" y="connsiteY0"/>
                  </a:cxn>
                  <a:cxn ang="0">
                    <a:pos x="connsiteX1" y="connsiteY1"/>
                  </a:cxn>
                </a:cxnLst>
                <a:rect l="l" t="t" r="r" b="b"/>
                <a:pathLst>
                  <a:path w="170941" h="12700">
                    <a:moveTo>
                      <a:pt x="0" y="0"/>
                    </a:moveTo>
                    <a:lnTo>
                      <a:pt x="170942" y="0"/>
                    </a:lnTo>
                  </a:path>
                </a:pathLst>
              </a:custGeom>
              <a:noFill/>
              <a:ln w="13589" cap="flat">
                <a:solidFill>
                  <a:srgbClr val="000000">
                    <a:alpha val="70000"/>
                  </a:srgbClr>
                </a:solidFill>
                <a:prstDash val="solid"/>
                <a:round/>
              </a:ln>
            </p:spPr>
            <p:txBody>
              <a:bodyPr rtlCol="0" anchor="ctr"/>
              <a:lstStyle/>
              <a:p>
                <a:endParaRPr lang="en-GB"/>
              </a:p>
            </p:txBody>
          </p:sp>
          <p:sp>
            <p:nvSpPr>
              <p:cNvPr id="64" name="Free-form: Shape 63">
                <a:extLst>
                  <a:ext uri="{FF2B5EF4-FFF2-40B4-BE49-F238E27FC236}">
                    <a16:creationId xmlns:a16="http://schemas.microsoft.com/office/drawing/2014/main" id="{5862D2D9-DA18-2122-164D-7AA39B216375}"/>
                  </a:ext>
                </a:extLst>
              </p:cNvPr>
              <p:cNvSpPr/>
              <p:nvPr/>
            </p:nvSpPr>
            <p:spPr>
              <a:xfrm>
                <a:off x="7213091" y="5250560"/>
                <a:ext cx="12700" cy="12700"/>
              </a:xfrm>
              <a:custGeom>
                <a:avLst/>
                <a:gdLst>
                  <a:gd name="connsiteX0" fmla="*/ 0 w 12700"/>
                  <a:gd name="connsiteY0" fmla="*/ 0 h 12700"/>
                  <a:gd name="connsiteX1" fmla="*/ 0 w 12700"/>
                  <a:gd name="connsiteY1" fmla="*/ 0 h 12700"/>
                </a:gdLst>
                <a:ahLst/>
                <a:cxnLst>
                  <a:cxn ang="0">
                    <a:pos x="connsiteX0" y="connsiteY0"/>
                  </a:cxn>
                  <a:cxn ang="0">
                    <a:pos x="connsiteX1" y="connsiteY1"/>
                  </a:cxn>
                </a:cxnLst>
                <a:rect l="l" t="t" r="r" b="b"/>
                <a:pathLst>
                  <a:path w="12700" h="12700">
                    <a:moveTo>
                      <a:pt x="0" y="0"/>
                    </a:moveTo>
                    <a:lnTo>
                      <a:pt x="0" y="0"/>
                    </a:lnTo>
                  </a:path>
                </a:pathLst>
              </a:custGeom>
              <a:noFill/>
              <a:ln w="13589" cap="flat">
                <a:solidFill>
                  <a:srgbClr val="000000">
                    <a:alpha val="70000"/>
                  </a:srgbClr>
                </a:solidFill>
                <a:prstDash val="solid"/>
                <a:round/>
              </a:ln>
            </p:spPr>
            <p:txBody>
              <a:bodyPr rtlCol="0" anchor="ctr"/>
              <a:lstStyle/>
              <a:p>
                <a:endParaRPr lang="en-GB"/>
              </a:p>
            </p:txBody>
          </p:sp>
          <p:sp>
            <p:nvSpPr>
              <p:cNvPr id="65" name="Free-form: Shape 64">
                <a:extLst>
                  <a:ext uri="{FF2B5EF4-FFF2-40B4-BE49-F238E27FC236}">
                    <a16:creationId xmlns:a16="http://schemas.microsoft.com/office/drawing/2014/main" id="{BE1DF81E-5450-2893-C85B-C309DDE30FBB}"/>
                  </a:ext>
                </a:extLst>
              </p:cNvPr>
              <p:cNvSpPr/>
              <p:nvPr/>
            </p:nvSpPr>
            <p:spPr>
              <a:xfrm>
                <a:off x="7127621" y="5250560"/>
                <a:ext cx="170941" cy="12700"/>
              </a:xfrm>
              <a:custGeom>
                <a:avLst/>
                <a:gdLst>
                  <a:gd name="connsiteX0" fmla="*/ 0 w 170941"/>
                  <a:gd name="connsiteY0" fmla="*/ 0 h 12700"/>
                  <a:gd name="connsiteX1" fmla="*/ 170942 w 170941"/>
                  <a:gd name="connsiteY1" fmla="*/ 0 h 12700"/>
                </a:gdLst>
                <a:ahLst/>
                <a:cxnLst>
                  <a:cxn ang="0">
                    <a:pos x="connsiteX0" y="connsiteY0"/>
                  </a:cxn>
                  <a:cxn ang="0">
                    <a:pos x="connsiteX1" y="connsiteY1"/>
                  </a:cxn>
                </a:cxnLst>
                <a:rect l="l" t="t" r="r" b="b"/>
                <a:pathLst>
                  <a:path w="170941" h="12700">
                    <a:moveTo>
                      <a:pt x="0" y="0"/>
                    </a:moveTo>
                    <a:lnTo>
                      <a:pt x="170942" y="0"/>
                    </a:lnTo>
                  </a:path>
                </a:pathLst>
              </a:custGeom>
              <a:noFill/>
              <a:ln w="13589" cap="flat">
                <a:solidFill>
                  <a:srgbClr val="000000">
                    <a:alpha val="70000"/>
                  </a:srgbClr>
                </a:solidFill>
                <a:prstDash val="solid"/>
                <a:round/>
              </a:ln>
            </p:spPr>
            <p:txBody>
              <a:bodyPr rtlCol="0" anchor="ctr"/>
              <a:lstStyle/>
              <a:p>
                <a:endParaRPr lang="en-GB"/>
              </a:p>
            </p:txBody>
          </p:sp>
          <p:sp>
            <p:nvSpPr>
              <p:cNvPr id="66" name="Free-form: Shape 65">
                <a:extLst>
                  <a:ext uri="{FF2B5EF4-FFF2-40B4-BE49-F238E27FC236}">
                    <a16:creationId xmlns:a16="http://schemas.microsoft.com/office/drawing/2014/main" id="{6FB5D2D3-C1FD-24F0-20FB-37168A37F860}"/>
                  </a:ext>
                </a:extLst>
              </p:cNvPr>
              <p:cNvSpPr/>
              <p:nvPr/>
            </p:nvSpPr>
            <p:spPr>
              <a:xfrm>
                <a:off x="7554848" y="2618867"/>
                <a:ext cx="170815" cy="12700"/>
              </a:xfrm>
              <a:custGeom>
                <a:avLst/>
                <a:gdLst>
                  <a:gd name="connsiteX0" fmla="*/ 0 w 170815"/>
                  <a:gd name="connsiteY0" fmla="*/ 0 h 12700"/>
                  <a:gd name="connsiteX1" fmla="*/ 170815 w 170815"/>
                  <a:gd name="connsiteY1" fmla="*/ 0 h 12700"/>
                </a:gdLst>
                <a:ahLst/>
                <a:cxnLst>
                  <a:cxn ang="0">
                    <a:pos x="connsiteX0" y="connsiteY0"/>
                  </a:cxn>
                  <a:cxn ang="0">
                    <a:pos x="connsiteX1" y="connsiteY1"/>
                  </a:cxn>
                </a:cxnLst>
                <a:rect l="l" t="t" r="r" b="b"/>
                <a:pathLst>
                  <a:path w="170815" h="12700">
                    <a:moveTo>
                      <a:pt x="0" y="0"/>
                    </a:moveTo>
                    <a:lnTo>
                      <a:pt x="170815" y="0"/>
                    </a:lnTo>
                  </a:path>
                </a:pathLst>
              </a:custGeom>
              <a:noFill/>
              <a:ln w="13589" cap="flat">
                <a:solidFill>
                  <a:srgbClr val="000000">
                    <a:alpha val="70000"/>
                  </a:srgbClr>
                </a:solidFill>
                <a:prstDash val="solid"/>
                <a:round/>
              </a:ln>
            </p:spPr>
            <p:txBody>
              <a:bodyPr rtlCol="0" anchor="ctr"/>
              <a:lstStyle/>
              <a:p>
                <a:endParaRPr lang="en-GB"/>
              </a:p>
            </p:txBody>
          </p:sp>
          <p:sp>
            <p:nvSpPr>
              <p:cNvPr id="67" name="Free-form: Shape 66">
                <a:extLst>
                  <a:ext uri="{FF2B5EF4-FFF2-40B4-BE49-F238E27FC236}">
                    <a16:creationId xmlns:a16="http://schemas.microsoft.com/office/drawing/2014/main" id="{0DD6BFCA-BA20-A057-6569-EE6C2728FB2D}"/>
                  </a:ext>
                </a:extLst>
              </p:cNvPr>
              <p:cNvSpPr/>
              <p:nvPr/>
            </p:nvSpPr>
            <p:spPr>
              <a:xfrm>
                <a:off x="7640320" y="2618867"/>
                <a:ext cx="12700" cy="547497"/>
              </a:xfrm>
              <a:custGeom>
                <a:avLst/>
                <a:gdLst>
                  <a:gd name="connsiteX0" fmla="*/ 0 w 12700"/>
                  <a:gd name="connsiteY0" fmla="*/ 0 h 547497"/>
                  <a:gd name="connsiteX1" fmla="*/ 0 w 12700"/>
                  <a:gd name="connsiteY1" fmla="*/ 547497 h 547497"/>
                </a:gdLst>
                <a:ahLst/>
                <a:cxnLst>
                  <a:cxn ang="0">
                    <a:pos x="connsiteX0" y="connsiteY0"/>
                  </a:cxn>
                  <a:cxn ang="0">
                    <a:pos x="connsiteX1" y="connsiteY1"/>
                  </a:cxn>
                </a:cxnLst>
                <a:rect l="l" t="t" r="r" b="b"/>
                <a:pathLst>
                  <a:path w="12700" h="547497">
                    <a:moveTo>
                      <a:pt x="0" y="0"/>
                    </a:moveTo>
                    <a:lnTo>
                      <a:pt x="0" y="547497"/>
                    </a:lnTo>
                  </a:path>
                </a:pathLst>
              </a:custGeom>
              <a:noFill/>
              <a:ln w="13589" cap="flat">
                <a:solidFill>
                  <a:srgbClr val="000000">
                    <a:alpha val="70000"/>
                  </a:srgbClr>
                </a:solidFill>
                <a:prstDash val="solid"/>
                <a:round/>
              </a:ln>
            </p:spPr>
            <p:txBody>
              <a:bodyPr rtlCol="0" anchor="ctr"/>
              <a:lstStyle/>
              <a:p>
                <a:endParaRPr lang="en-GB"/>
              </a:p>
            </p:txBody>
          </p:sp>
          <p:sp>
            <p:nvSpPr>
              <p:cNvPr id="68" name="Free-form: Shape 67">
                <a:extLst>
                  <a:ext uri="{FF2B5EF4-FFF2-40B4-BE49-F238E27FC236}">
                    <a16:creationId xmlns:a16="http://schemas.microsoft.com/office/drawing/2014/main" id="{E4685F4C-515F-8D92-482D-F8CB16D77953}"/>
                  </a:ext>
                </a:extLst>
              </p:cNvPr>
              <p:cNvSpPr/>
              <p:nvPr/>
            </p:nvSpPr>
            <p:spPr>
              <a:xfrm>
                <a:off x="7554848" y="3166364"/>
                <a:ext cx="170815" cy="12700"/>
              </a:xfrm>
              <a:custGeom>
                <a:avLst/>
                <a:gdLst>
                  <a:gd name="connsiteX0" fmla="*/ 0 w 170815"/>
                  <a:gd name="connsiteY0" fmla="*/ 0 h 12700"/>
                  <a:gd name="connsiteX1" fmla="*/ 170815 w 170815"/>
                  <a:gd name="connsiteY1" fmla="*/ 0 h 12700"/>
                </a:gdLst>
                <a:ahLst/>
                <a:cxnLst>
                  <a:cxn ang="0">
                    <a:pos x="connsiteX0" y="connsiteY0"/>
                  </a:cxn>
                  <a:cxn ang="0">
                    <a:pos x="connsiteX1" y="connsiteY1"/>
                  </a:cxn>
                </a:cxnLst>
                <a:rect l="l" t="t" r="r" b="b"/>
                <a:pathLst>
                  <a:path w="170815" h="12700">
                    <a:moveTo>
                      <a:pt x="0" y="0"/>
                    </a:moveTo>
                    <a:lnTo>
                      <a:pt x="170815" y="0"/>
                    </a:lnTo>
                  </a:path>
                </a:pathLst>
              </a:custGeom>
              <a:noFill/>
              <a:ln w="13589" cap="flat">
                <a:solidFill>
                  <a:srgbClr val="000000">
                    <a:alpha val="70000"/>
                  </a:srgbClr>
                </a:solidFill>
                <a:prstDash val="solid"/>
                <a:round/>
              </a:ln>
            </p:spPr>
            <p:txBody>
              <a:bodyPr rtlCol="0" anchor="ctr"/>
              <a:lstStyle/>
              <a:p>
                <a:endParaRPr lang="en-GB"/>
              </a:p>
            </p:txBody>
          </p:sp>
          <p:sp>
            <p:nvSpPr>
              <p:cNvPr id="69" name="Free-form: Shape 68">
                <a:extLst>
                  <a:ext uri="{FF2B5EF4-FFF2-40B4-BE49-F238E27FC236}">
                    <a16:creationId xmlns:a16="http://schemas.microsoft.com/office/drawing/2014/main" id="{6EF9E98C-086A-5CD8-43D1-A1E7FCE06530}"/>
                  </a:ext>
                </a:extLst>
              </p:cNvPr>
              <p:cNvSpPr/>
              <p:nvPr/>
            </p:nvSpPr>
            <p:spPr>
              <a:xfrm>
                <a:off x="8409178" y="1678305"/>
                <a:ext cx="170941" cy="12700"/>
              </a:xfrm>
              <a:custGeom>
                <a:avLst/>
                <a:gdLst>
                  <a:gd name="connsiteX0" fmla="*/ 0 w 170941"/>
                  <a:gd name="connsiteY0" fmla="*/ 0 h 12700"/>
                  <a:gd name="connsiteX1" fmla="*/ 170942 w 170941"/>
                  <a:gd name="connsiteY1" fmla="*/ 0 h 12700"/>
                </a:gdLst>
                <a:ahLst/>
                <a:cxnLst>
                  <a:cxn ang="0">
                    <a:pos x="connsiteX0" y="connsiteY0"/>
                  </a:cxn>
                  <a:cxn ang="0">
                    <a:pos x="connsiteX1" y="connsiteY1"/>
                  </a:cxn>
                </a:cxnLst>
                <a:rect l="l" t="t" r="r" b="b"/>
                <a:pathLst>
                  <a:path w="170941" h="12700">
                    <a:moveTo>
                      <a:pt x="0" y="0"/>
                    </a:moveTo>
                    <a:lnTo>
                      <a:pt x="170942" y="0"/>
                    </a:lnTo>
                  </a:path>
                </a:pathLst>
              </a:custGeom>
              <a:noFill/>
              <a:ln w="13589" cap="flat">
                <a:solidFill>
                  <a:srgbClr val="000000">
                    <a:alpha val="70000"/>
                  </a:srgbClr>
                </a:solidFill>
                <a:prstDash val="solid"/>
                <a:round/>
              </a:ln>
            </p:spPr>
            <p:txBody>
              <a:bodyPr rtlCol="0" anchor="ctr"/>
              <a:lstStyle/>
              <a:p>
                <a:endParaRPr lang="en-GB"/>
              </a:p>
            </p:txBody>
          </p:sp>
          <p:sp>
            <p:nvSpPr>
              <p:cNvPr id="70" name="Free-form: Shape 69">
                <a:extLst>
                  <a:ext uri="{FF2B5EF4-FFF2-40B4-BE49-F238E27FC236}">
                    <a16:creationId xmlns:a16="http://schemas.microsoft.com/office/drawing/2014/main" id="{45D15E42-5FCE-C713-E02F-4D45382D01B4}"/>
                  </a:ext>
                </a:extLst>
              </p:cNvPr>
              <p:cNvSpPr/>
              <p:nvPr/>
            </p:nvSpPr>
            <p:spPr>
              <a:xfrm>
                <a:off x="8494648" y="1678305"/>
                <a:ext cx="12700" cy="2229103"/>
              </a:xfrm>
              <a:custGeom>
                <a:avLst/>
                <a:gdLst>
                  <a:gd name="connsiteX0" fmla="*/ 0 w 12700"/>
                  <a:gd name="connsiteY0" fmla="*/ 0 h 2229103"/>
                  <a:gd name="connsiteX1" fmla="*/ 0 w 12700"/>
                  <a:gd name="connsiteY1" fmla="*/ 2229104 h 2229103"/>
                </a:gdLst>
                <a:ahLst/>
                <a:cxnLst>
                  <a:cxn ang="0">
                    <a:pos x="connsiteX0" y="connsiteY0"/>
                  </a:cxn>
                  <a:cxn ang="0">
                    <a:pos x="connsiteX1" y="connsiteY1"/>
                  </a:cxn>
                </a:cxnLst>
                <a:rect l="l" t="t" r="r" b="b"/>
                <a:pathLst>
                  <a:path w="12700" h="2229103">
                    <a:moveTo>
                      <a:pt x="0" y="0"/>
                    </a:moveTo>
                    <a:lnTo>
                      <a:pt x="0" y="2229104"/>
                    </a:lnTo>
                  </a:path>
                </a:pathLst>
              </a:custGeom>
              <a:noFill/>
              <a:ln w="13589" cap="flat">
                <a:solidFill>
                  <a:srgbClr val="000000">
                    <a:alpha val="70000"/>
                  </a:srgbClr>
                </a:solidFill>
                <a:prstDash val="solid"/>
                <a:round/>
              </a:ln>
            </p:spPr>
            <p:txBody>
              <a:bodyPr rtlCol="0" anchor="ctr"/>
              <a:lstStyle/>
              <a:p>
                <a:endParaRPr lang="en-GB"/>
              </a:p>
            </p:txBody>
          </p:sp>
          <p:sp>
            <p:nvSpPr>
              <p:cNvPr id="71" name="Free-form: Shape 70">
                <a:extLst>
                  <a:ext uri="{FF2B5EF4-FFF2-40B4-BE49-F238E27FC236}">
                    <a16:creationId xmlns:a16="http://schemas.microsoft.com/office/drawing/2014/main" id="{E30652D1-2ED7-A4D8-1F86-004F3DA070BB}"/>
                  </a:ext>
                </a:extLst>
              </p:cNvPr>
              <p:cNvSpPr/>
              <p:nvPr/>
            </p:nvSpPr>
            <p:spPr>
              <a:xfrm>
                <a:off x="8409178" y="3907408"/>
                <a:ext cx="170941" cy="12700"/>
              </a:xfrm>
              <a:custGeom>
                <a:avLst/>
                <a:gdLst>
                  <a:gd name="connsiteX0" fmla="*/ 0 w 170941"/>
                  <a:gd name="connsiteY0" fmla="*/ 0 h 12700"/>
                  <a:gd name="connsiteX1" fmla="*/ 170942 w 170941"/>
                  <a:gd name="connsiteY1" fmla="*/ 0 h 12700"/>
                </a:gdLst>
                <a:ahLst/>
                <a:cxnLst>
                  <a:cxn ang="0">
                    <a:pos x="connsiteX0" y="connsiteY0"/>
                  </a:cxn>
                  <a:cxn ang="0">
                    <a:pos x="connsiteX1" y="connsiteY1"/>
                  </a:cxn>
                </a:cxnLst>
                <a:rect l="l" t="t" r="r" b="b"/>
                <a:pathLst>
                  <a:path w="170941" h="12700">
                    <a:moveTo>
                      <a:pt x="0" y="0"/>
                    </a:moveTo>
                    <a:lnTo>
                      <a:pt x="170942" y="0"/>
                    </a:lnTo>
                  </a:path>
                </a:pathLst>
              </a:custGeom>
              <a:noFill/>
              <a:ln w="13589" cap="flat">
                <a:solidFill>
                  <a:srgbClr val="000000">
                    <a:alpha val="70000"/>
                  </a:srgbClr>
                </a:solidFill>
                <a:prstDash val="solid"/>
                <a:round/>
              </a:ln>
            </p:spPr>
            <p:txBody>
              <a:bodyPr rtlCol="0" anchor="ctr"/>
              <a:lstStyle/>
              <a:p>
                <a:endParaRPr lang="en-GB"/>
              </a:p>
            </p:txBody>
          </p:sp>
          <p:sp>
            <p:nvSpPr>
              <p:cNvPr id="72" name="Free-form: Shape 71">
                <a:extLst>
                  <a:ext uri="{FF2B5EF4-FFF2-40B4-BE49-F238E27FC236}">
                    <a16:creationId xmlns:a16="http://schemas.microsoft.com/office/drawing/2014/main" id="{0F3EE0AB-87C5-E87A-25E9-81907924B01F}"/>
                  </a:ext>
                </a:extLst>
              </p:cNvPr>
              <p:cNvSpPr/>
              <p:nvPr/>
            </p:nvSpPr>
            <p:spPr>
              <a:xfrm>
                <a:off x="8836406" y="3379977"/>
                <a:ext cx="170941" cy="12700"/>
              </a:xfrm>
              <a:custGeom>
                <a:avLst/>
                <a:gdLst>
                  <a:gd name="connsiteX0" fmla="*/ 0 w 170941"/>
                  <a:gd name="connsiteY0" fmla="*/ 0 h 12700"/>
                  <a:gd name="connsiteX1" fmla="*/ 170942 w 170941"/>
                  <a:gd name="connsiteY1" fmla="*/ 0 h 12700"/>
                </a:gdLst>
                <a:ahLst/>
                <a:cxnLst>
                  <a:cxn ang="0">
                    <a:pos x="connsiteX0" y="connsiteY0"/>
                  </a:cxn>
                  <a:cxn ang="0">
                    <a:pos x="connsiteX1" y="connsiteY1"/>
                  </a:cxn>
                </a:cxnLst>
                <a:rect l="l" t="t" r="r" b="b"/>
                <a:pathLst>
                  <a:path w="170941" h="12700">
                    <a:moveTo>
                      <a:pt x="0" y="0"/>
                    </a:moveTo>
                    <a:lnTo>
                      <a:pt x="170942" y="0"/>
                    </a:lnTo>
                  </a:path>
                </a:pathLst>
              </a:custGeom>
              <a:noFill/>
              <a:ln w="13589" cap="flat">
                <a:solidFill>
                  <a:srgbClr val="000000">
                    <a:alpha val="70000"/>
                  </a:srgbClr>
                </a:solidFill>
                <a:prstDash val="solid"/>
                <a:round/>
              </a:ln>
            </p:spPr>
            <p:txBody>
              <a:bodyPr rtlCol="0" anchor="ctr"/>
              <a:lstStyle/>
              <a:p>
                <a:endParaRPr lang="en-GB"/>
              </a:p>
            </p:txBody>
          </p:sp>
          <p:sp>
            <p:nvSpPr>
              <p:cNvPr id="73" name="Free-form: Shape 72">
                <a:extLst>
                  <a:ext uri="{FF2B5EF4-FFF2-40B4-BE49-F238E27FC236}">
                    <a16:creationId xmlns:a16="http://schemas.microsoft.com/office/drawing/2014/main" id="{BE71F092-7AF5-810B-0CC6-9C9B8B8C5CD0}"/>
                  </a:ext>
                </a:extLst>
              </p:cNvPr>
              <p:cNvSpPr/>
              <p:nvPr/>
            </p:nvSpPr>
            <p:spPr>
              <a:xfrm>
                <a:off x="8921877" y="3379977"/>
                <a:ext cx="12700" cy="1027049"/>
              </a:xfrm>
              <a:custGeom>
                <a:avLst/>
                <a:gdLst>
                  <a:gd name="connsiteX0" fmla="*/ 0 w 12700"/>
                  <a:gd name="connsiteY0" fmla="*/ 0 h 1027049"/>
                  <a:gd name="connsiteX1" fmla="*/ 0 w 12700"/>
                  <a:gd name="connsiteY1" fmla="*/ 1027049 h 1027049"/>
                </a:gdLst>
                <a:ahLst/>
                <a:cxnLst>
                  <a:cxn ang="0">
                    <a:pos x="connsiteX0" y="connsiteY0"/>
                  </a:cxn>
                  <a:cxn ang="0">
                    <a:pos x="connsiteX1" y="connsiteY1"/>
                  </a:cxn>
                </a:cxnLst>
                <a:rect l="l" t="t" r="r" b="b"/>
                <a:pathLst>
                  <a:path w="12700" h="1027049">
                    <a:moveTo>
                      <a:pt x="0" y="0"/>
                    </a:moveTo>
                    <a:lnTo>
                      <a:pt x="0" y="1027049"/>
                    </a:lnTo>
                  </a:path>
                </a:pathLst>
              </a:custGeom>
              <a:noFill/>
              <a:ln w="13589" cap="flat">
                <a:solidFill>
                  <a:srgbClr val="000000">
                    <a:alpha val="70000"/>
                  </a:srgbClr>
                </a:solidFill>
                <a:prstDash val="solid"/>
                <a:round/>
              </a:ln>
            </p:spPr>
            <p:txBody>
              <a:bodyPr rtlCol="0" anchor="ctr"/>
              <a:lstStyle/>
              <a:p>
                <a:endParaRPr lang="en-GB"/>
              </a:p>
            </p:txBody>
          </p:sp>
          <p:sp>
            <p:nvSpPr>
              <p:cNvPr id="74" name="Free-form: Shape 73">
                <a:extLst>
                  <a:ext uri="{FF2B5EF4-FFF2-40B4-BE49-F238E27FC236}">
                    <a16:creationId xmlns:a16="http://schemas.microsoft.com/office/drawing/2014/main" id="{D8598FF9-989B-3F0D-1A42-82C3A4F9A900}"/>
                  </a:ext>
                </a:extLst>
              </p:cNvPr>
              <p:cNvSpPr/>
              <p:nvPr/>
            </p:nvSpPr>
            <p:spPr>
              <a:xfrm>
                <a:off x="8836406" y="4407027"/>
                <a:ext cx="170941" cy="12700"/>
              </a:xfrm>
              <a:custGeom>
                <a:avLst/>
                <a:gdLst>
                  <a:gd name="connsiteX0" fmla="*/ 0 w 170941"/>
                  <a:gd name="connsiteY0" fmla="*/ 0 h 12700"/>
                  <a:gd name="connsiteX1" fmla="*/ 170942 w 170941"/>
                  <a:gd name="connsiteY1" fmla="*/ 0 h 12700"/>
                </a:gdLst>
                <a:ahLst/>
                <a:cxnLst>
                  <a:cxn ang="0">
                    <a:pos x="connsiteX0" y="connsiteY0"/>
                  </a:cxn>
                  <a:cxn ang="0">
                    <a:pos x="connsiteX1" y="connsiteY1"/>
                  </a:cxn>
                </a:cxnLst>
                <a:rect l="l" t="t" r="r" b="b"/>
                <a:pathLst>
                  <a:path w="170941" h="12700">
                    <a:moveTo>
                      <a:pt x="0" y="0"/>
                    </a:moveTo>
                    <a:lnTo>
                      <a:pt x="170942" y="0"/>
                    </a:lnTo>
                  </a:path>
                </a:pathLst>
              </a:custGeom>
              <a:noFill/>
              <a:ln w="13589" cap="flat">
                <a:solidFill>
                  <a:srgbClr val="000000">
                    <a:alpha val="70000"/>
                  </a:srgbClr>
                </a:solidFill>
                <a:prstDash val="solid"/>
                <a:round/>
              </a:ln>
            </p:spPr>
            <p:txBody>
              <a:bodyPr rtlCol="0" anchor="ctr"/>
              <a:lstStyle/>
              <a:p>
                <a:endParaRPr lang="en-GB"/>
              </a:p>
            </p:txBody>
          </p:sp>
        </p:grpSp>
        <p:sp>
          <p:nvSpPr>
            <p:cNvPr id="75" name="TextBox 74">
              <a:extLst>
                <a:ext uri="{FF2B5EF4-FFF2-40B4-BE49-F238E27FC236}">
                  <a16:creationId xmlns:a16="http://schemas.microsoft.com/office/drawing/2014/main" id="{3898E053-C6D2-85A3-C79A-176F272D4630}"/>
                </a:ext>
              </a:extLst>
            </p:cNvPr>
            <p:cNvSpPr txBox="1"/>
            <p:nvPr/>
          </p:nvSpPr>
          <p:spPr>
            <a:xfrm>
              <a:off x="3522394" y="1246911"/>
              <a:ext cx="571147" cy="247511"/>
            </a:xfrm>
            <a:prstGeom prst="rect">
              <a:avLst/>
            </a:prstGeom>
            <a:noFill/>
          </p:spPr>
          <p:txBody>
            <a:bodyPr wrap="none" rtlCol="0">
              <a:spAutoFit/>
            </a:bodyPr>
            <a:lstStyle/>
            <a:p>
              <a:pPr algn="l"/>
              <a:r>
                <a:rPr lang="en-GB" sz="825" b="1" spc="0" baseline="0">
                  <a:ln/>
                  <a:solidFill>
                    <a:srgbClr val="1A1A1A"/>
                  </a:solidFill>
                  <a:latin typeface="Arial"/>
                  <a:cs typeface="Arial"/>
                  <a:sym typeface="Arial"/>
                  <a:rtl val="0"/>
                </a:rPr>
                <a:t>Alaria</a:t>
              </a:r>
            </a:p>
          </p:txBody>
        </p:sp>
        <p:sp>
          <p:nvSpPr>
            <p:cNvPr id="76" name="TextBox 75">
              <a:extLst>
                <a:ext uri="{FF2B5EF4-FFF2-40B4-BE49-F238E27FC236}">
                  <a16:creationId xmlns:a16="http://schemas.microsoft.com/office/drawing/2014/main" id="{3A00ECA4-5D22-FD68-0FC1-014E86E2CFEA}"/>
                </a:ext>
              </a:extLst>
            </p:cNvPr>
            <p:cNvSpPr txBox="1"/>
            <p:nvPr/>
          </p:nvSpPr>
          <p:spPr>
            <a:xfrm>
              <a:off x="6999600" y="1246911"/>
              <a:ext cx="928378" cy="247511"/>
            </a:xfrm>
            <a:prstGeom prst="rect">
              <a:avLst/>
            </a:prstGeom>
            <a:noFill/>
          </p:spPr>
          <p:txBody>
            <a:bodyPr wrap="none" rtlCol="0">
              <a:spAutoFit/>
            </a:bodyPr>
            <a:lstStyle/>
            <a:p>
              <a:pPr algn="l"/>
              <a:r>
                <a:rPr lang="en-GB" sz="825" b="1" spc="0" baseline="0">
                  <a:ln/>
                  <a:solidFill>
                    <a:srgbClr val="1A1A1A"/>
                  </a:solidFill>
                  <a:latin typeface="Arial"/>
                  <a:cs typeface="Arial"/>
                  <a:sym typeface="Arial"/>
                  <a:rtl val="0"/>
                </a:rPr>
                <a:t>Saccharina</a:t>
              </a:r>
            </a:p>
          </p:txBody>
        </p:sp>
        <p:grpSp>
          <p:nvGrpSpPr>
            <p:cNvPr id="77" name="Graphic 4">
              <a:extLst>
                <a:ext uri="{FF2B5EF4-FFF2-40B4-BE49-F238E27FC236}">
                  <a16:creationId xmlns:a16="http://schemas.microsoft.com/office/drawing/2014/main" id="{70292D4B-5C47-D436-BD4C-FB1E8CCCFF90}"/>
                </a:ext>
              </a:extLst>
            </p:cNvPr>
            <p:cNvGrpSpPr/>
            <p:nvPr/>
          </p:nvGrpSpPr>
          <p:grpSpPr>
            <a:xfrm>
              <a:off x="1529352" y="686319"/>
              <a:ext cx="9065924" cy="5449620"/>
              <a:chOff x="1529352" y="686319"/>
              <a:chExt cx="9065924" cy="5449620"/>
            </a:xfrm>
          </p:grpSpPr>
          <p:sp>
            <p:nvSpPr>
              <p:cNvPr id="78" name="TextBox 77">
                <a:extLst>
                  <a:ext uri="{FF2B5EF4-FFF2-40B4-BE49-F238E27FC236}">
                    <a16:creationId xmlns:a16="http://schemas.microsoft.com/office/drawing/2014/main" id="{E8E2ADDA-4FA9-7D63-5924-31AB8E5574E5}"/>
                  </a:ext>
                </a:extLst>
              </p:cNvPr>
              <p:cNvSpPr txBox="1"/>
              <p:nvPr/>
            </p:nvSpPr>
            <p:spPr>
              <a:xfrm rot="-2700000">
                <a:off x="3313815" y="5571350"/>
                <a:ext cx="616009" cy="238998"/>
              </a:xfrm>
              <a:prstGeom prst="rect">
                <a:avLst/>
              </a:prstGeom>
              <a:noFill/>
            </p:spPr>
            <p:txBody>
              <a:bodyPr wrap="none" rtlCol="0">
                <a:spAutoFit/>
              </a:bodyPr>
              <a:lstStyle/>
              <a:p>
                <a:pPr algn="l"/>
                <a:r>
                  <a:rPr lang="en-GB" sz="780" spc="0" baseline="0">
                    <a:ln/>
                    <a:solidFill>
                      <a:srgbClr val="4D4D4D"/>
                    </a:solidFill>
                    <a:latin typeface="Arial"/>
                    <a:cs typeface="Arial"/>
                    <a:sym typeface="Arial"/>
                    <a:rtl val="0"/>
                  </a:rPr>
                  <a:t>May 22</a:t>
                </a:r>
              </a:p>
            </p:txBody>
          </p:sp>
          <p:sp>
            <p:nvSpPr>
              <p:cNvPr id="79" name="TextBox 78">
                <a:extLst>
                  <a:ext uri="{FF2B5EF4-FFF2-40B4-BE49-F238E27FC236}">
                    <a16:creationId xmlns:a16="http://schemas.microsoft.com/office/drawing/2014/main" id="{7AD644E6-590D-1121-BC77-92C736BCE086}"/>
                  </a:ext>
                </a:extLst>
              </p:cNvPr>
              <p:cNvSpPr txBox="1"/>
              <p:nvPr/>
            </p:nvSpPr>
            <p:spPr>
              <a:xfrm rot="-2700000">
                <a:off x="5675634" y="5571350"/>
                <a:ext cx="616009" cy="238998"/>
              </a:xfrm>
              <a:prstGeom prst="rect">
                <a:avLst/>
              </a:prstGeom>
              <a:noFill/>
            </p:spPr>
            <p:txBody>
              <a:bodyPr wrap="none" rtlCol="0">
                <a:spAutoFit/>
              </a:bodyPr>
              <a:lstStyle/>
              <a:p>
                <a:pPr algn="l"/>
                <a:r>
                  <a:rPr lang="en-GB" sz="780" spc="0" baseline="0">
                    <a:ln/>
                    <a:solidFill>
                      <a:srgbClr val="4D4D4D"/>
                    </a:solidFill>
                    <a:latin typeface="Arial"/>
                    <a:cs typeface="Arial"/>
                    <a:sym typeface="Arial"/>
                    <a:rtl val="0"/>
                  </a:rPr>
                  <a:t>May 22</a:t>
                </a:r>
              </a:p>
            </p:txBody>
          </p:sp>
          <p:sp>
            <p:nvSpPr>
              <p:cNvPr id="80" name="TextBox 79">
                <a:extLst>
                  <a:ext uri="{FF2B5EF4-FFF2-40B4-BE49-F238E27FC236}">
                    <a16:creationId xmlns:a16="http://schemas.microsoft.com/office/drawing/2014/main" id="{0DAFCAAC-F67E-D563-4897-9E1625E0F0FD}"/>
                  </a:ext>
                </a:extLst>
              </p:cNvPr>
              <p:cNvSpPr txBox="1"/>
              <p:nvPr/>
            </p:nvSpPr>
            <p:spPr>
              <a:xfrm rot="-2700000">
                <a:off x="7031202" y="5558421"/>
                <a:ext cx="579442" cy="238998"/>
              </a:xfrm>
              <a:prstGeom prst="rect">
                <a:avLst/>
              </a:prstGeom>
              <a:noFill/>
            </p:spPr>
            <p:txBody>
              <a:bodyPr wrap="none" rtlCol="0">
                <a:spAutoFit/>
              </a:bodyPr>
              <a:lstStyle/>
              <a:p>
                <a:pPr algn="l"/>
                <a:r>
                  <a:rPr lang="en-GB" sz="780" spc="0" baseline="0">
                    <a:ln/>
                    <a:solidFill>
                      <a:srgbClr val="4D4D4D"/>
                    </a:solidFill>
                    <a:latin typeface="Arial"/>
                    <a:cs typeface="Arial"/>
                    <a:sym typeface="Arial"/>
                    <a:rtl val="0"/>
                  </a:rPr>
                  <a:t>Jun 22</a:t>
                </a:r>
              </a:p>
            </p:txBody>
          </p:sp>
          <p:sp>
            <p:nvSpPr>
              <p:cNvPr id="81" name="TextBox 80">
                <a:extLst>
                  <a:ext uri="{FF2B5EF4-FFF2-40B4-BE49-F238E27FC236}">
                    <a16:creationId xmlns:a16="http://schemas.microsoft.com/office/drawing/2014/main" id="{BBE38196-2CF7-48A7-8F70-707803DDFEE8}"/>
                  </a:ext>
                </a:extLst>
              </p:cNvPr>
              <p:cNvSpPr txBox="1"/>
              <p:nvPr/>
            </p:nvSpPr>
            <p:spPr>
              <a:xfrm rot="-2700000">
                <a:off x="8350412" y="5542825"/>
                <a:ext cx="535329" cy="238998"/>
              </a:xfrm>
              <a:prstGeom prst="rect">
                <a:avLst/>
              </a:prstGeom>
              <a:noFill/>
            </p:spPr>
            <p:txBody>
              <a:bodyPr wrap="none" rtlCol="0">
                <a:spAutoFit/>
              </a:bodyPr>
              <a:lstStyle/>
              <a:p>
                <a:pPr algn="l"/>
                <a:r>
                  <a:rPr lang="en-GB" sz="780" spc="0" baseline="0">
                    <a:ln/>
                    <a:solidFill>
                      <a:srgbClr val="4D4D4D"/>
                    </a:solidFill>
                    <a:latin typeface="Arial"/>
                    <a:cs typeface="Arial"/>
                    <a:sym typeface="Arial"/>
                    <a:rtl val="0"/>
                  </a:rPr>
                  <a:t>Jul 22</a:t>
                </a:r>
              </a:p>
            </p:txBody>
          </p:sp>
          <p:sp>
            <p:nvSpPr>
              <p:cNvPr id="82" name="TextBox 81">
                <a:extLst>
                  <a:ext uri="{FF2B5EF4-FFF2-40B4-BE49-F238E27FC236}">
                    <a16:creationId xmlns:a16="http://schemas.microsoft.com/office/drawing/2014/main" id="{CDCF0F1D-91E6-3BBA-49A3-71A2D77A5D6F}"/>
                  </a:ext>
                </a:extLst>
              </p:cNvPr>
              <p:cNvSpPr txBox="1"/>
              <p:nvPr/>
            </p:nvSpPr>
            <p:spPr>
              <a:xfrm>
                <a:off x="1782267" y="5132516"/>
                <a:ext cx="256336" cy="238998"/>
              </a:xfrm>
              <a:prstGeom prst="rect">
                <a:avLst/>
              </a:prstGeom>
              <a:noFill/>
            </p:spPr>
            <p:txBody>
              <a:bodyPr wrap="none" rtlCol="0">
                <a:spAutoFit/>
              </a:bodyPr>
              <a:lstStyle/>
              <a:p>
                <a:pPr algn="l"/>
                <a:r>
                  <a:rPr lang="en-GB" sz="780" spc="0" baseline="0">
                    <a:ln/>
                    <a:solidFill>
                      <a:srgbClr val="4D4D4D"/>
                    </a:solidFill>
                    <a:latin typeface="Arial"/>
                    <a:cs typeface="Arial"/>
                    <a:sym typeface="Arial"/>
                    <a:rtl val="0"/>
                  </a:rPr>
                  <a:t>0</a:t>
                </a:r>
              </a:p>
            </p:txBody>
          </p:sp>
          <p:sp>
            <p:nvSpPr>
              <p:cNvPr id="83" name="TextBox 82">
                <a:extLst>
                  <a:ext uri="{FF2B5EF4-FFF2-40B4-BE49-F238E27FC236}">
                    <a16:creationId xmlns:a16="http://schemas.microsoft.com/office/drawing/2014/main" id="{766CE757-80AB-F142-DEE7-EB1184C29B15}"/>
                  </a:ext>
                </a:extLst>
              </p:cNvPr>
              <p:cNvSpPr txBox="1"/>
              <p:nvPr/>
            </p:nvSpPr>
            <p:spPr>
              <a:xfrm>
                <a:off x="1708810" y="4437826"/>
                <a:ext cx="329793" cy="238998"/>
              </a:xfrm>
              <a:prstGeom prst="rect">
                <a:avLst/>
              </a:prstGeom>
              <a:noFill/>
            </p:spPr>
            <p:txBody>
              <a:bodyPr wrap="none" rtlCol="0">
                <a:spAutoFit/>
              </a:bodyPr>
              <a:lstStyle/>
              <a:p>
                <a:pPr algn="l"/>
                <a:r>
                  <a:rPr lang="en-GB" sz="780" spc="0" baseline="0">
                    <a:ln/>
                    <a:solidFill>
                      <a:srgbClr val="4D4D4D"/>
                    </a:solidFill>
                    <a:latin typeface="Arial"/>
                    <a:cs typeface="Arial"/>
                    <a:sym typeface="Arial"/>
                    <a:rtl val="0"/>
                  </a:rPr>
                  <a:t>10</a:t>
                </a:r>
              </a:p>
            </p:txBody>
          </p:sp>
          <p:sp>
            <p:nvSpPr>
              <p:cNvPr id="84" name="TextBox 83">
                <a:extLst>
                  <a:ext uri="{FF2B5EF4-FFF2-40B4-BE49-F238E27FC236}">
                    <a16:creationId xmlns:a16="http://schemas.microsoft.com/office/drawing/2014/main" id="{74A655B8-F05A-3113-BA0C-3A40F53E5A35}"/>
                  </a:ext>
                </a:extLst>
              </p:cNvPr>
              <p:cNvSpPr txBox="1"/>
              <p:nvPr/>
            </p:nvSpPr>
            <p:spPr>
              <a:xfrm>
                <a:off x="1708810" y="3743009"/>
                <a:ext cx="329793" cy="238998"/>
              </a:xfrm>
              <a:prstGeom prst="rect">
                <a:avLst/>
              </a:prstGeom>
              <a:noFill/>
            </p:spPr>
            <p:txBody>
              <a:bodyPr wrap="none" rtlCol="0">
                <a:spAutoFit/>
              </a:bodyPr>
              <a:lstStyle/>
              <a:p>
                <a:pPr algn="l"/>
                <a:r>
                  <a:rPr lang="en-GB" sz="780" spc="0" baseline="0">
                    <a:ln/>
                    <a:solidFill>
                      <a:srgbClr val="4D4D4D"/>
                    </a:solidFill>
                    <a:latin typeface="Arial"/>
                    <a:cs typeface="Arial"/>
                    <a:sym typeface="Arial"/>
                    <a:rtl val="0"/>
                  </a:rPr>
                  <a:t>20</a:t>
                </a:r>
              </a:p>
            </p:txBody>
          </p:sp>
          <p:sp>
            <p:nvSpPr>
              <p:cNvPr id="85" name="TextBox 84">
                <a:extLst>
                  <a:ext uri="{FF2B5EF4-FFF2-40B4-BE49-F238E27FC236}">
                    <a16:creationId xmlns:a16="http://schemas.microsoft.com/office/drawing/2014/main" id="{EA19006C-DB1E-0AAE-7960-3EAE919A1511}"/>
                  </a:ext>
                </a:extLst>
              </p:cNvPr>
              <p:cNvSpPr txBox="1"/>
              <p:nvPr/>
            </p:nvSpPr>
            <p:spPr>
              <a:xfrm>
                <a:off x="1708810" y="3048319"/>
                <a:ext cx="329793" cy="238998"/>
              </a:xfrm>
              <a:prstGeom prst="rect">
                <a:avLst/>
              </a:prstGeom>
              <a:noFill/>
            </p:spPr>
            <p:txBody>
              <a:bodyPr wrap="none" rtlCol="0">
                <a:spAutoFit/>
              </a:bodyPr>
              <a:lstStyle/>
              <a:p>
                <a:pPr algn="l"/>
                <a:r>
                  <a:rPr lang="en-GB" sz="780" spc="0" baseline="0">
                    <a:ln/>
                    <a:solidFill>
                      <a:srgbClr val="4D4D4D"/>
                    </a:solidFill>
                    <a:latin typeface="Arial"/>
                    <a:cs typeface="Arial"/>
                    <a:sym typeface="Arial"/>
                    <a:rtl val="0"/>
                  </a:rPr>
                  <a:t>30</a:t>
                </a:r>
              </a:p>
            </p:txBody>
          </p:sp>
          <p:sp>
            <p:nvSpPr>
              <p:cNvPr id="86" name="TextBox 85">
                <a:extLst>
                  <a:ext uri="{FF2B5EF4-FFF2-40B4-BE49-F238E27FC236}">
                    <a16:creationId xmlns:a16="http://schemas.microsoft.com/office/drawing/2014/main" id="{71A0DB33-711C-5E6B-8B36-F9BD7EEF15D8}"/>
                  </a:ext>
                </a:extLst>
              </p:cNvPr>
              <p:cNvSpPr txBox="1"/>
              <p:nvPr/>
            </p:nvSpPr>
            <p:spPr>
              <a:xfrm>
                <a:off x="1708810" y="2353502"/>
                <a:ext cx="329793" cy="238998"/>
              </a:xfrm>
              <a:prstGeom prst="rect">
                <a:avLst/>
              </a:prstGeom>
              <a:noFill/>
            </p:spPr>
            <p:txBody>
              <a:bodyPr wrap="none" rtlCol="0">
                <a:spAutoFit/>
              </a:bodyPr>
              <a:lstStyle/>
              <a:p>
                <a:pPr algn="l"/>
                <a:r>
                  <a:rPr lang="en-GB" sz="780" spc="0" baseline="0">
                    <a:ln/>
                    <a:solidFill>
                      <a:srgbClr val="4D4D4D"/>
                    </a:solidFill>
                    <a:latin typeface="Arial"/>
                    <a:cs typeface="Arial"/>
                    <a:sym typeface="Arial"/>
                    <a:rtl val="0"/>
                  </a:rPr>
                  <a:t>40</a:t>
                </a:r>
              </a:p>
            </p:txBody>
          </p:sp>
          <p:sp>
            <p:nvSpPr>
              <p:cNvPr id="87" name="TextBox 86">
                <a:extLst>
                  <a:ext uri="{FF2B5EF4-FFF2-40B4-BE49-F238E27FC236}">
                    <a16:creationId xmlns:a16="http://schemas.microsoft.com/office/drawing/2014/main" id="{67FBC8B5-96E6-9B39-AD63-A9150585FD77}"/>
                  </a:ext>
                </a:extLst>
              </p:cNvPr>
              <p:cNvSpPr txBox="1"/>
              <p:nvPr/>
            </p:nvSpPr>
            <p:spPr>
              <a:xfrm>
                <a:off x="1708810" y="1658812"/>
                <a:ext cx="329793" cy="238998"/>
              </a:xfrm>
              <a:prstGeom prst="rect">
                <a:avLst/>
              </a:prstGeom>
              <a:noFill/>
            </p:spPr>
            <p:txBody>
              <a:bodyPr wrap="none" rtlCol="0">
                <a:spAutoFit/>
              </a:bodyPr>
              <a:lstStyle/>
              <a:p>
                <a:pPr algn="l"/>
                <a:r>
                  <a:rPr lang="en-GB" sz="780" spc="0" baseline="0">
                    <a:ln/>
                    <a:solidFill>
                      <a:srgbClr val="4D4D4D"/>
                    </a:solidFill>
                    <a:latin typeface="Arial"/>
                    <a:cs typeface="Arial"/>
                    <a:sym typeface="Arial"/>
                    <a:rtl val="0"/>
                  </a:rPr>
                  <a:t>50</a:t>
                </a:r>
              </a:p>
            </p:txBody>
          </p:sp>
          <p:sp>
            <p:nvSpPr>
              <p:cNvPr id="88" name="TextBox 87">
                <a:extLst>
                  <a:ext uri="{FF2B5EF4-FFF2-40B4-BE49-F238E27FC236}">
                    <a16:creationId xmlns:a16="http://schemas.microsoft.com/office/drawing/2014/main" id="{4D4964C1-D2B8-C31C-625F-FB037AD3C5B1}"/>
                  </a:ext>
                </a:extLst>
              </p:cNvPr>
              <p:cNvSpPr txBox="1"/>
              <p:nvPr/>
            </p:nvSpPr>
            <p:spPr>
              <a:xfrm>
                <a:off x="5296909" y="5860052"/>
                <a:ext cx="677938" cy="275887"/>
              </a:xfrm>
              <a:prstGeom prst="rect">
                <a:avLst/>
              </a:prstGeom>
              <a:noFill/>
            </p:spPr>
            <p:txBody>
              <a:bodyPr wrap="none" rtlCol="0">
                <a:spAutoFit/>
              </a:bodyPr>
              <a:lstStyle/>
              <a:p>
                <a:pPr algn="l"/>
                <a:r>
                  <a:rPr lang="en-GB" sz="975" b="1" spc="0" baseline="0">
                    <a:ln/>
                    <a:solidFill>
                      <a:srgbClr val="000000"/>
                    </a:solidFill>
                    <a:latin typeface="Arial"/>
                    <a:cs typeface="Arial"/>
                    <a:sym typeface="Arial"/>
                    <a:rtl val="0"/>
                  </a:rPr>
                  <a:t>Month</a:t>
                </a:r>
              </a:p>
            </p:txBody>
          </p:sp>
          <p:sp>
            <p:nvSpPr>
              <p:cNvPr id="89" name="TextBox 88">
                <a:extLst>
                  <a:ext uri="{FF2B5EF4-FFF2-40B4-BE49-F238E27FC236}">
                    <a16:creationId xmlns:a16="http://schemas.microsoft.com/office/drawing/2014/main" id="{313155CE-A59E-19D6-142D-56B4BD8508FD}"/>
                  </a:ext>
                </a:extLst>
              </p:cNvPr>
              <p:cNvSpPr txBox="1"/>
              <p:nvPr/>
            </p:nvSpPr>
            <p:spPr>
              <a:xfrm rot="-5400000">
                <a:off x="800579" y="3326489"/>
                <a:ext cx="1733433" cy="275887"/>
              </a:xfrm>
              <a:prstGeom prst="rect">
                <a:avLst/>
              </a:prstGeom>
              <a:noFill/>
            </p:spPr>
            <p:txBody>
              <a:bodyPr wrap="none" rtlCol="0">
                <a:spAutoFit/>
              </a:bodyPr>
              <a:lstStyle/>
              <a:p>
                <a:pPr algn="l"/>
                <a:r>
                  <a:rPr lang="en-GB" sz="975" b="1" spc="0" baseline="0">
                    <a:ln/>
                    <a:solidFill>
                      <a:srgbClr val="000000"/>
                    </a:solidFill>
                    <a:latin typeface="Arial"/>
                    <a:cs typeface="Arial"/>
                    <a:sym typeface="Arial"/>
                    <a:rtl val="0"/>
                  </a:rPr>
                  <a:t>Blade Coverage (%)</a:t>
                </a:r>
              </a:p>
            </p:txBody>
          </p:sp>
          <p:sp>
            <p:nvSpPr>
              <p:cNvPr id="90" name="TextBox 89">
                <a:extLst>
                  <a:ext uri="{FF2B5EF4-FFF2-40B4-BE49-F238E27FC236}">
                    <a16:creationId xmlns:a16="http://schemas.microsoft.com/office/drawing/2014/main" id="{3E9AD2C0-2C65-D522-F8B0-8017314B3AA2}"/>
                  </a:ext>
                </a:extLst>
              </p:cNvPr>
              <p:cNvSpPr txBox="1"/>
              <p:nvPr/>
            </p:nvSpPr>
            <p:spPr>
              <a:xfrm>
                <a:off x="9405874" y="2958102"/>
                <a:ext cx="656816" cy="275887"/>
              </a:xfrm>
              <a:prstGeom prst="rect">
                <a:avLst/>
              </a:prstGeom>
              <a:noFill/>
            </p:spPr>
            <p:txBody>
              <a:bodyPr wrap="none" rtlCol="0">
                <a:spAutoFit/>
              </a:bodyPr>
              <a:lstStyle/>
              <a:p>
                <a:pPr algn="l"/>
                <a:r>
                  <a:rPr lang="en-GB" sz="975" b="1" spc="0" baseline="0">
                    <a:ln/>
                    <a:solidFill>
                      <a:srgbClr val="000000"/>
                    </a:solidFill>
                    <a:latin typeface="Arial"/>
                    <a:cs typeface="Arial"/>
                    <a:sym typeface="Arial"/>
                    <a:rtl val="0"/>
                  </a:rPr>
                  <a:t>Taxon</a:t>
                </a:r>
              </a:p>
            </p:txBody>
          </p:sp>
          <p:sp>
            <p:nvSpPr>
              <p:cNvPr id="91" name="Free-form: Shape 90">
                <a:extLst>
                  <a:ext uri="{FF2B5EF4-FFF2-40B4-BE49-F238E27FC236}">
                    <a16:creationId xmlns:a16="http://schemas.microsoft.com/office/drawing/2014/main" id="{1C97CE87-FF10-1424-6DBF-9D7AE91C6BA3}"/>
                  </a:ext>
                </a:extLst>
              </p:cNvPr>
              <p:cNvSpPr/>
              <p:nvPr/>
            </p:nvSpPr>
            <p:spPr>
              <a:xfrm>
                <a:off x="9506331" y="3261868"/>
                <a:ext cx="201422" cy="201421"/>
              </a:xfrm>
              <a:custGeom>
                <a:avLst/>
                <a:gdLst>
                  <a:gd name="connsiteX0" fmla="*/ 0 w 201422"/>
                  <a:gd name="connsiteY0" fmla="*/ 0 h 201421"/>
                  <a:gd name="connsiteX1" fmla="*/ 201422 w 201422"/>
                  <a:gd name="connsiteY1" fmla="*/ 0 h 201421"/>
                  <a:gd name="connsiteX2" fmla="*/ 201422 w 201422"/>
                  <a:gd name="connsiteY2" fmla="*/ 201422 h 201421"/>
                  <a:gd name="connsiteX3" fmla="*/ 0 w 201422"/>
                  <a:gd name="connsiteY3" fmla="*/ 201422 h 201421"/>
                </a:gdLst>
                <a:ahLst/>
                <a:cxnLst>
                  <a:cxn ang="0">
                    <a:pos x="connsiteX0" y="connsiteY0"/>
                  </a:cxn>
                  <a:cxn ang="0">
                    <a:pos x="connsiteX1" y="connsiteY1"/>
                  </a:cxn>
                  <a:cxn ang="0">
                    <a:pos x="connsiteX2" y="connsiteY2"/>
                  </a:cxn>
                  <a:cxn ang="0">
                    <a:pos x="connsiteX3" y="connsiteY3"/>
                  </a:cxn>
                </a:cxnLst>
                <a:rect l="l" t="t" r="r" b="b"/>
                <a:pathLst>
                  <a:path w="201422" h="201421">
                    <a:moveTo>
                      <a:pt x="0" y="0"/>
                    </a:moveTo>
                    <a:lnTo>
                      <a:pt x="201422" y="0"/>
                    </a:lnTo>
                    <a:lnTo>
                      <a:pt x="201422" y="201422"/>
                    </a:lnTo>
                    <a:lnTo>
                      <a:pt x="0" y="201422"/>
                    </a:lnTo>
                    <a:close/>
                  </a:path>
                </a:pathLst>
              </a:custGeom>
              <a:solidFill>
                <a:schemeClr val="accent4">
                  <a:lumMod val="60000"/>
                  <a:lumOff val="40000"/>
                </a:schemeClr>
              </a:solidFill>
              <a:ln w="13589" cap="flat">
                <a:noFill/>
                <a:prstDash val="solid"/>
                <a:miter/>
              </a:ln>
            </p:spPr>
            <p:txBody>
              <a:bodyPr rtlCol="0" anchor="ctr"/>
              <a:lstStyle/>
              <a:p>
                <a:endParaRPr lang="en-GB"/>
              </a:p>
            </p:txBody>
          </p:sp>
          <p:sp>
            <p:nvSpPr>
              <p:cNvPr id="92" name="Free-form: Shape 91">
                <a:extLst>
                  <a:ext uri="{FF2B5EF4-FFF2-40B4-BE49-F238E27FC236}">
                    <a16:creationId xmlns:a16="http://schemas.microsoft.com/office/drawing/2014/main" id="{CE1BD810-52F4-D4C1-6BE9-7B8256C7000F}"/>
                  </a:ext>
                </a:extLst>
              </p:cNvPr>
              <p:cNvSpPr/>
              <p:nvPr/>
            </p:nvSpPr>
            <p:spPr>
              <a:xfrm>
                <a:off x="9506331" y="3481324"/>
                <a:ext cx="201422" cy="201422"/>
              </a:xfrm>
              <a:custGeom>
                <a:avLst/>
                <a:gdLst>
                  <a:gd name="connsiteX0" fmla="*/ 0 w 201422"/>
                  <a:gd name="connsiteY0" fmla="*/ 0 h 201422"/>
                  <a:gd name="connsiteX1" fmla="*/ 201422 w 201422"/>
                  <a:gd name="connsiteY1" fmla="*/ 0 h 201422"/>
                  <a:gd name="connsiteX2" fmla="*/ 201422 w 201422"/>
                  <a:gd name="connsiteY2" fmla="*/ 201422 h 201422"/>
                  <a:gd name="connsiteX3" fmla="*/ 0 w 201422"/>
                  <a:gd name="connsiteY3" fmla="*/ 201422 h 201422"/>
                </a:gdLst>
                <a:ahLst/>
                <a:cxnLst>
                  <a:cxn ang="0">
                    <a:pos x="connsiteX0" y="connsiteY0"/>
                  </a:cxn>
                  <a:cxn ang="0">
                    <a:pos x="connsiteX1" y="connsiteY1"/>
                  </a:cxn>
                  <a:cxn ang="0">
                    <a:pos x="connsiteX2" y="connsiteY2"/>
                  </a:cxn>
                  <a:cxn ang="0">
                    <a:pos x="connsiteX3" y="connsiteY3"/>
                  </a:cxn>
                </a:cxnLst>
                <a:rect l="l" t="t" r="r" b="b"/>
                <a:pathLst>
                  <a:path w="201422" h="201422">
                    <a:moveTo>
                      <a:pt x="0" y="0"/>
                    </a:moveTo>
                    <a:lnTo>
                      <a:pt x="201422" y="0"/>
                    </a:lnTo>
                    <a:lnTo>
                      <a:pt x="201422" y="201422"/>
                    </a:lnTo>
                    <a:lnTo>
                      <a:pt x="0" y="201422"/>
                    </a:lnTo>
                    <a:close/>
                  </a:path>
                </a:pathLst>
              </a:custGeom>
              <a:solidFill>
                <a:srgbClr val="21908C"/>
              </a:solidFill>
              <a:ln w="13589" cap="flat">
                <a:noFill/>
                <a:prstDash val="solid"/>
                <a:miter/>
              </a:ln>
            </p:spPr>
            <p:txBody>
              <a:bodyPr rtlCol="0" anchor="ctr"/>
              <a:lstStyle/>
              <a:p>
                <a:endParaRPr lang="en-GB"/>
              </a:p>
            </p:txBody>
          </p:sp>
          <p:sp>
            <p:nvSpPr>
              <p:cNvPr id="93" name="Free-form: Shape 92">
                <a:extLst>
                  <a:ext uri="{FF2B5EF4-FFF2-40B4-BE49-F238E27FC236}">
                    <a16:creationId xmlns:a16="http://schemas.microsoft.com/office/drawing/2014/main" id="{0D24FC38-6886-E25D-7D1A-EA158C42FCC3}"/>
                  </a:ext>
                </a:extLst>
              </p:cNvPr>
              <p:cNvSpPr/>
              <p:nvPr/>
            </p:nvSpPr>
            <p:spPr>
              <a:xfrm>
                <a:off x="9506331" y="3700780"/>
                <a:ext cx="201422" cy="201421"/>
              </a:xfrm>
              <a:custGeom>
                <a:avLst/>
                <a:gdLst>
                  <a:gd name="connsiteX0" fmla="*/ 0 w 201422"/>
                  <a:gd name="connsiteY0" fmla="*/ 0 h 201421"/>
                  <a:gd name="connsiteX1" fmla="*/ 201422 w 201422"/>
                  <a:gd name="connsiteY1" fmla="*/ 0 h 201421"/>
                  <a:gd name="connsiteX2" fmla="*/ 201422 w 201422"/>
                  <a:gd name="connsiteY2" fmla="*/ 201422 h 201421"/>
                  <a:gd name="connsiteX3" fmla="*/ 0 w 201422"/>
                  <a:gd name="connsiteY3" fmla="*/ 201422 h 201421"/>
                </a:gdLst>
                <a:ahLst/>
                <a:cxnLst>
                  <a:cxn ang="0">
                    <a:pos x="connsiteX0" y="connsiteY0"/>
                  </a:cxn>
                  <a:cxn ang="0">
                    <a:pos x="connsiteX1" y="connsiteY1"/>
                  </a:cxn>
                  <a:cxn ang="0">
                    <a:pos x="connsiteX2" y="connsiteY2"/>
                  </a:cxn>
                  <a:cxn ang="0">
                    <a:pos x="connsiteX3" y="connsiteY3"/>
                  </a:cxn>
                </a:cxnLst>
                <a:rect l="l" t="t" r="r" b="b"/>
                <a:pathLst>
                  <a:path w="201422" h="201421">
                    <a:moveTo>
                      <a:pt x="0" y="0"/>
                    </a:moveTo>
                    <a:lnTo>
                      <a:pt x="201422" y="0"/>
                    </a:lnTo>
                    <a:lnTo>
                      <a:pt x="201422" y="201422"/>
                    </a:lnTo>
                    <a:lnTo>
                      <a:pt x="0" y="201422"/>
                    </a:lnTo>
                    <a:close/>
                  </a:path>
                </a:pathLst>
              </a:custGeom>
              <a:solidFill>
                <a:srgbClr val="FDE725"/>
              </a:solidFill>
              <a:ln w="13589" cap="flat">
                <a:noFill/>
                <a:prstDash val="solid"/>
                <a:miter/>
              </a:ln>
            </p:spPr>
            <p:txBody>
              <a:bodyPr rtlCol="0" anchor="ctr"/>
              <a:lstStyle/>
              <a:p>
                <a:endParaRPr lang="en-GB"/>
              </a:p>
            </p:txBody>
          </p:sp>
          <p:sp>
            <p:nvSpPr>
              <p:cNvPr id="94" name="TextBox 93">
                <a:extLst>
                  <a:ext uri="{FF2B5EF4-FFF2-40B4-BE49-F238E27FC236}">
                    <a16:creationId xmlns:a16="http://schemas.microsoft.com/office/drawing/2014/main" id="{024DA428-D1C8-8746-9430-43F68F4F59A9}"/>
                  </a:ext>
                </a:extLst>
              </p:cNvPr>
              <p:cNvSpPr txBox="1"/>
              <p:nvPr/>
            </p:nvSpPr>
            <p:spPr>
              <a:xfrm>
                <a:off x="9707626" y="3244534"/>
                <a:ext cx="806906" cy="238998"/>
              </a:xfrm>
              <a:prstGeom prst="rect">
                <a:avLst/>
              </a:prstGeom>
              <a:noFill/>
            </p:spPr>
            <p:txBody>
              <a:bodyPr wrap="none" rtlCol="0">
                <a:spAutoFit/>
              </a:bodyPr>
              <a:lstStyle/>
              <a:p>
                <a:pPr algn="l"/>
                <a:r>
                  <a:rPr lang="en-GB" sz="780" spc="0" baseline="0">
                    <a:ln/>
                    <a:solidFill>
                      <a:srgbClr val="000000"/>
                    </a:solidFill>
                    <a:latin typeface="Arial"/>
                    <a:cs typeface="Arial"/>
                    <a:sym typeface="Arial"/>
                    <a:rtl val="0"/>
                  </a:rPr>
                  <a:t>Bryozoans</a:t>
                </a:r>
              </a:p>
            </p:txBody>
          </p:sp>
          <p:sp>
            <p:nvSpPr>
              <p:cNvPr id="95" name="TextBox 94">
                <a:extLst>
                  <a:ext uri="{FF2B5EF4-FFF2-40B4-BE49-F238E27FC236}">
                    <a16:creationId xmlns:a16="http://schemas.microsoft.com/office/drawing/2014/main" id="{442A45DA-988F-B7B4-80F1-AC0CA58B898F}"/>
                  </a:ext>
                </a:extLst>
              </p:cNvPr>
              <p:cNvSpPr txBox="1"/>
              <p:nvPr/>
            </p:nvSpPr>
            <p:spPr>
              <a:xfrm>
                <a:off x="9707626" y="3463990"/>
                <a:ext cx="843602" cy="238998"/>
              </a:xfrm>
              <a:prstGeom prst="rect">
                <a:avLst/>
              </a:prstGeom>
              <a:noFill/>
            </p:spPr>
            <p:txBody>
              <a:bodyPr wrap="none" rtlCol="0">
                <a:spAutoFit/>
              </a:bodyPr>
              <a:lstStyle/>
              <a:p>
                <a:pPr algn="l"/>
                <a:r>
                  <a:rPr lang="en-GB" sz="780" spc="0" baseline="0">
                    <a:ln/>
                    <a:solidFill>
                      <a:srgbClr val="000000"/>
                    </a:solidFill>
                    <a:latin typeface="Arial"/>
                    <a:cs typeface="Arial"/>
                    <a:sym typeface="Arial"/>
                    <a:rtl val="0"/>
                  </a:rPr>
                  <a:t>Ectocarpus</a:t>
                </a:r>
              </a:p>
            </p:txBody>
          </p:sp>
          <p:sp>
            <p:nvSpPr>
              <p:cNvPr id="96" name="TextBox 95">
                <a:extLst>
                  <a:ext uri="{FF2B5EF4-FFF2-40B4-BE49-F238E27FC236}">
                    <a16:creationId xmlns:a16="http://schemas.microsoft.com/office/drawing/2014/main" id="{471D9834-B54A-7C2F-FDBB-5DF8ED0B7B62}"/>
                  </a:ext>
                </a:extLst>
              </p:cNvPr>
              <p:cNvSpPr txBox="1"/>
              <p:nvPr/>
            </p:nvSpPr>
            <p:spPr>
              <a:xfrm>
                <a:off x="9707626" y="3683446"/>
                <a:ext cx="887650" cy="238998"/>
              </a:xfrm>
              <a:prstGeom prst="rect">
                <a:avLst/>
              </a:prstGeom>
              <a:noFill/>
            </p:spPr>
            <p:txBody>
              <a:bodyPr wrap="none" rtlCol="0">
                <a:spAutoFit/>
              </a:bodyPr>
              <a:lstStyle/>
              <a:p>
                <a:pPr algn="l"/>
                <a:r>
                  <a:rPr lang="en-GB" sz="780" spc="0" baseline="0">
                    <a:ln/>
                    <a:solidFill>
                      <a:srgbClr val="000000"/>
                    </a:solidFill>
                    <a:latin typeface="Arial"/>
                    <a:cs typeface="Arial"/>
                    <a:sym typeface="Arial"/>
                    <a:rtl val="0"/>
                  </a:rPr>
                  <a:t>Hydrozoans</a:t>
                </a:r>
              </a:p>
            </p:txBody>
          </p:sp>
          <p:sp>
            <p:nvSpPr>
              <p:cNvPr id="97" name="TextBox 96">
                <a:extLst>
                  <a:ext uri="{FF2B5EF4-FFF2-40B4-BE49-F238E27FC236}">
                    <a16:creationId xmlns:a16="http://schemas.microsoft.com/office/drawing/2014/main" id="{BEB4C15B-68F9-3FFE-9100-04C296EF118B}"/>
                  </a:ext>
                </a:extLst>
              </p:cNvPr>
              <p:cNvSpPr txBox="1"/>
              <p:nvPr/>
            </p:nvSpPr>
            <p:spPr>
              <a:xfrm>
                <a:off x="1929765" y="954684"/>
                <a:ext cx="2153891" cy="247511"/>
              </a:xfrm>
              <a:prstGeom prst="rect">
                <a:avLst/>
              </a:prstGeom>
              <a:noFill/>
            </p:spPr>
            <p:txBody>
              <a:bodyPr wrap="none" rtlCol="0">
                <a:spAutoFit/>
              </a:bodyPr>
              <a:lstStyle/>
              <a:p>
                <a:pPr algn="l"/>
                <a:r>
                  <a:rPr lang="en-GB" sz="825" spc="0" baseline="0" dirty="0">
                    <a:ln/>
                    <a:solidFill>
                      <a:srgbClr val="000000"/>
                    </a:solidFill>
                    <a:latin typeface="Arial"/>
                    <a:cs typeface="Arial"/>
                    <a:sym typeface="Arial"/>
                    <a:rtl val="0"/>
                  </a:rPr>
                  <a:t>Mean ± SE % cover (April–July)</a:t>
                </a:r>
              </a:p>
            </p:txBody>
          </p:sp>
          <p:sp>
            <p:nvSpPr>
              <p:cNvPr id="98" name="TextBox 97">
                <a:extLst>
                  <a:ext uri="{FF2B5EF4-FFF2-40B4-BE49-F238E27FC236}">
                    <a16:creationId xmlns:a16="http://schemas.microsoft.com/office/drawing/2014/main" id="{9F87E93B-3596-0E6A-F455-D58C8ED14DB8}"/>
                  </a:ext>
                </a:extLst>
              </p:cNvPr>
              <p:cNvSpPr txBox="1"/>
              <p:nvPr/>
            </p:nvSpPr>
            <p:spPr>
              <a:xfrm>
                <a:off x="1929765" y="686319"/>
                <a:ext cx="3887603" cy="265457"/>
              </a:xfrm>
              <a:prstGeom prst="rect">
                <a:avLst/>
              </a:prstGeom>
              <a:noFill/>
            </p:spPr>
            <p:txBody>
              <a:bodyPr wrap="none" rtlCol="0">
                <a:spAutoFit/>
              </a:bodyPr>
              <a:lstStyle/>
              <a:p>
                <a:pPr algn="l"/>
                <a:r>
                  <a:rPr lang="en-GB" sz="1125" b="1" spc="0" baseline="0" dirty="0">
                    <a:ln/>
                    <a:solidFill>
                      <a:srgbClr val="000000"/>
                    </a:solidFill>
                    <a:latin typeface="Arial"/>
                    <a:cs typeface="Arial"/>
                    <a:sym typeface="Arial"/>
                    <a:rtl val="0"/>
                  </a:rPr>
                  <a:t>Blade Coverage by Taxon with Standard Error - </a:t>
                </a:r>
                <a:r>
                  <a:rPr lang="en-GB" sz="1125" b="1" spc="0" baseline="0" dirty="0" err="1">
                    <a:ln/>
                    <a:solidFill>
                      <a:srgbClr val="000000"/>
                    </a:solidFill>
                    <a:latin typeface="Arial"/>
                    <a:cs typeface="Arial"/>
                    <a:sym typeface="Arial"/>
                    <a:rtl val="0"/>
                  </a:rPr>
                  <a:t>Pabay</a:t>
                </a:r>
                <a:endParaRPr lang="en-GB" sz="1125" b="1" spc="0" baseline="0" dirty="0">
                  <a:ln/>
                  <a:solidFill>
                    <a:srgbClr val="000000"/>
                  </a:solidFill>
                  <a:latin typeface="Arial"/>
                  <a:cs typeface="Arial"/>
                  <a:sym typeface="Arial"/>
                  <a:rtl val="0"/>
                </a:endParaRPr>
              </a:p>
            </p:txBody>
          </p:sp>
        </p:grpSp>
      </p:grpSp>
    </p:spTree>
    <p:extLst>
      <p:ext uri="{BB962C8B-B14F-4D97-AF65-F5344CB8AC3E}">
        <p14:creationId xmlns:p14="http://schemas.microsoft.com/office/powerpoint/2010/main" val="529976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aphic 6">
            <a:extLst>
              <a:ext uri="{FF2B5EF4-FFF2-40B4-BE49-F238E27FC236}">
                <a16:creationId xmlns:a16="http://schemas.microsoft.com/office/drawing/2014/main" id="{78AE2D08-B21A-5E81-3213-38B6FC30B3EA}"/>
              </a:ext>
            </a:extLst>
          </p:cNvPr>
          <p:cNvGrpSpPr/>
          <p:nvPr/>
        </p:nvGrpSpPr>
        <p:grpSpPr>
          <a:xfrm>
            <a:off x="176981" y="154857"/>
            <a:ext cx="11901948" cy="6570407"/>
            <a:chOff x="1524000" y="685800"/>
            <a:chExt cx="9144000" cy="5486400"/>
          </a:xfrm>
        </p:grpSpPr>
        <p:sp>
          <p:nvSpPr>
            <p:cNvPr id="12" name="Free-form: Shape 11">
              <a:extLst>
                <a:ext uri="{FF2B5EF4-FFF2-40B4-BE49-F238E27FC236}">
                  <a16:creationId xmlns:a16="http://schemas.microsoft.com/office/drawing/2014/main" id="{BB95131D-1BBB-A19E-E617-5DDD6623703D}"/>
                </a:ext>
              </a:extLst>
            </p:cNvPr>
            <p:cNvSpPr/>
            <p:nvPr/>
          </p:nvSpPr>
          <p:spPr>
            <a:xfrm>
              <a:off x="1524000" y="685800"/>
              <a:ext cx="9144000" cy="5486400"/>
            </a:xfrm>
            <a:custGeom>
              <a:avLst/>
              <a:gdLst>
                <a:gd name="connsiteX0" fmla="*/ 0 w 9144000"/>
                <a:gd name="connsiteY0" fmla="*/ 0 h 5486400"/>
                <a:gd name="connsiteX1" fmla="*/ 9144000 w 9144000"/>
                <a:gd name="connsiteY1" fmla="*/ 0 h 5486400"/>
                <a:gd name="connsiteX2" fmla="*/ 9144000 w 9144000"/>
                <a:gd name="connsiteY2" fmla="*/ 5486400 h 5486400"/>
                <a:gd name="connsiteX3" fmla="*/ 0 w 9144000"/>
                <a:gd name="connsiteY3" fmla="*/ 5486400 h 5486400"/>
              </a:gdLst>
              <a:ahLst/>
              <a:cxnLst>
                <a:cxn ang="0">
                  <a:pos x="connsiteX0" y="connsiteY0"/>
                </a:cxn>
                <a:cxn ang="0">
                  <a:pos x="connsiteX1" y="connsiteY1"/>
                </a:cxn>
                <a:cxn ang="0">
                  <a:pos x="connsiteX2" y="connsiteY2"/>
                </a:cxn>
                <a:cxn ang="0">
                  <a:pos x="connsiteX3" y="connsiteY3"/>
                </a:cxn>
              </a:cxnLst>
              <a:rect l="l" t="t" r="r" b="b"/>
              <a:pathLst>
                <a:path w="9144000" h="5486400">
                  <a:moveTo>
                    <a:pt x="0" y="0"/>
                  </a:moveTo>
                  <a:lnTo>
                    <a:pt x="9144000" y="0"/>
                  </a:lnTo>
                  <a:lnTo>
                    <a:pt x="9144000" y="5486400"/>
                  </a:lnTo>
                  <a:lnTo>
                    <a:pt x="0" y="5486400"/>
                  </a:lnTo>
                  <a:close/>
                </a:path>
              </a:pathLst>
            </a:custGeom>
            <a:noFill/>
            <a:ln w="12700" cap="rnd">
              <a:noFill/>
              <a:prstDash val="solid"/>
              <a:round/>
            </a:ln>
          </p:spPr>
          <p:txBody>
            <a:bodyPr rtlCol="0" anchor="ctr"/>
            <a:lstStyle/>
            <a:p>
              <a:endParaRPr lang="en-GB"/>
            </a:p>
          </p:txBody>
        </p:sp>
        <p:grpSp>
          <p:nvGrpSpPr>
            <p:cNvPr id="13" name="Graphic 6">
              <a:extLst>
                <a:ext uri="{FF2B5EF4-FFF2-40B4-BE49-F238E27FC236}">
                  <a16:creationId xmlns:a16="http://schemas.microsoft.com/office/drawing/2014/main" id="{C04D6913-A53A-57EC-3C80-E004739F5201}"/>
                </a:ext>
              </a:extLst>
            </p:cNvPr>
            <p:cNvGrpSpPr/>
            <p:nvPr/>
          </p:nvGrpSpPr>
          <p:grpSpPr>
            <a:xfrm>
              <a:off x="2057908" y="1499616"/>
              <a:ext cx="3211321" cy="3929633"/>
              <a:chOff x="2057908" y="1499616"/>
              <a:chExt cx="3211321" cy="3929633"/>
            </a:xfrm>
          </p:grpSpPr>
          <p:sp>
            <p:nvSpPr>
              <p:cNvPr id="14" name="Free-form: Shape 13">
                <a:extLst>
                  <a:ext uri="{FF2B5EF4-FFF2-40B4-BE49-F238E27FC236}">
                    <a16:creationId xmlns:a16="http://schemas.microsoft.com/office/drawing/2014/main" id="{D972BB32-ABC1-6557-CDAF-9D27DEEA04A5}"/>
                  </a:ext>
                </a:extLst>
              </p:cNvPr>
              <p:cNvSpPr/>
              <p:nvPr/>
            </p:nvSpPr>
            <p:spPr>
              <a:xfrm>
                <a:off x="2057908" y="4840223"/>
                <a:ext cx="3211321" cy="12700"/>
              </a:xfrm>
              <a:custGeom>
                <a:avLst/>
                <a:gdLst>
                  <a:gd name="connsiteX0" fmla="*/ 0 w 3211321"/>
                  <a:gd name="connsiteY0" fmla="*/ 0 h 12700"/>
                  <a:gd name="connsiteX1" fmla="*/ 3211322 w 3211321"/>
                  <a:gd name="connsiteY1" fmla="*/ 0 h 12700"/>
                </a:gdLst>
                <a:ahLst/>
                <a:cxnLst>
                  <a:cxn ang="0">
                    <a:pos x="connsiteX0" y="connsiteY0"/>
                  </a:cxn>
                  <a:cxn ang="0">
                    <a:pos x="connsiteX1" y="connsiteY1"/>
                  </a:cxn>
                </a:cxnLst>
                <a:rect l="l" t="t" r="r" b="b"/>
                <a:pathLst>
                  <a:path w="3211321" h="12700">
                    <a:moveTo>
                      <a:pt x="0" y="0"/>
                    </a:moveTo>
                    <a:lnTo>
                      <a:pt x="3211322" y="0"/>
                    </a:lnTo>
                  </a:path>
                </a:pathLst>
              </a:custGeom>
              <a:noFill/>
              <a:ln w="8001" cap="flat">
                <a:solidFill>
                  <a:srgbClr val="EBEBEB"/>
                </a:solidFill>
                <a:prstDash val="solid"/>
                <a:round/>
              </a:ln>
            </p:spPr>
            <p:txBody>
              <a:bodyPr rtlCol="0" anchor="ctr"/>
              <a:lstStyle/>
              <a:p>
                <a:endParaRPr lang="en-GB"/>
              </a:p>
            </p:txBody>
          </p:sp>
          <p:sp>
            <p:nvSpPr>
              <p:cNvPr id="15" name="Free-form: Shape 14">
                <a:extLst>
                  <a:ext uri="{FF2B5EF4-FFF2-40B4-BE49-F238E27FC236}">
                    <a16:creationId xmlns:a16="http://schemas.microsoft.com/office/drawing/2014/main" id="{ABCECE77-4E09-D94A-9EBF-33463CE2E9C3}"/>
                  </a:ext>
                </a:extLst>
              </p:cNvPr>
              <p:cNvSpPr/>
              <p:nvPr/>
            </p:nvSpPr>
            <p:spPr>
              <a:xfrm>
                <a:off x="2057908" y="4019677"/>
                <a:ext cx="3211321" cy="12700"/>
              </a:xfrm>
              <a:custGeom>
                <a:avLst/>
                <a:gdLst>
                  <a:gd name="connsiteX0" fmla="*/ 0 w 3211321"/>
                  <a:gd name="connsiteY0" fmla="*/ 0 h 12700"/>
                  <a:gd name="connsiteX1" fmla="*/ 3211322 w 3211321"/>
                  <a:gd name="connsiteY1" fmla="*/ 0 h 12700"/>
                </a:gdLst>
                <a:ahLst/>
                <a:cxnLst>
                  <a:cxn ang="0">
                    <a:pos x="connsiteX0" y="connsiteY0"/>
                  </a:cxn>
                  <a:cxn ang="0">
                    <a:pos x="connsiteX1" y="connsiteY1"/>
                  </a:cxn>
                </a:cxnLst>
                <a:rect l="l" t="t" r="r" b="b"/>
                <a:pathLst>
                  <a:path w="3211321" h="12700">
                    <a:moveTo>
                      <a:pt x="0" y="0"/>
                    </a:moveTo>
                    <a:lnTo>
                      <a:pt x="3211322" y="0"/>
                    </a:lnTo>
                  </a:path>
                </a:pathLst>
              </a:custGeom>
              <a:noFill/>
              <a:ln w="8001" cap="flat">
                <a:solidFill>
                  <a:srgbClr val="EBEBEB"/>
                </a:solidFill>
                <a:prstDash val="solid"/>
                <a:round/>
              </a:ln>
            </p:spPr>
            <p:txBody>
              <a:bodyPr rtlCol="0" anchor="ctr"/>
              <a:lstStyle/>
              <a:p>
                <a:endParaRPr lang="en-GB"/>
              </a:p>
            </p:txBody>
          </p:sp>
          <p:sp>
            <p:nvSpPr>
              <p:cNvPr id="16" name="Free-form: Shape 15">
                <a:extLst>
                  <a:ext uri="{FF2B5EF4-FFF2-40B4-BE49-F238E27FC236}">
                    <a16:creationId xmlns:a16="http://schemas.microsoft.com/office/drawing/2014/main" id="{ED8AED70-B44D-6568-70A8-8890713BF50C}"/>
                  </a:ext>
                </a:extLst>
              </p:cNvPr>
              <p:cNvSpPr/>
              <p:nvPr/>
            </p:nvSpPr>
            <p:spPr>
              <a:xfrm>
                <a:off x="2057908" y="3199002"/>
                <a:ext cx="3211321" cy="12700"/>
              </a:xfrm>
              <a:custGeom>
                <a:avLst/>
                <a:gdLst>
                  <a:gd name="connsiteX0" fmla="*/ 0 w 3211321"/>
                  <a:gd name="connsiteY0" fmla="*/ 0 h 12700"/>
                  <a:gd name="connsiteX1" fmla="*/ 3211322 w 3211321"/>
                  <a:gd name="connsiteY1" fmla="*/ 0 h 12700"/>
                </a:gdLst>
                <a:ahLst/>
                <a:cxnLst>
                  <a:cxn ang="0">
                    <a:pos x="connsiteX0" y="connsiteY0"/>
                  </a:cxn>
                  <a:cxn ang="0">
                    <a:pos x="connsiteX1" y="connsiteY1"/>
                  </a:cxn>
                </a:cxnLst>
                <a:rect l="l" t="t" r="r" b="b"/>
                <a:pathLst>
                  <a:path w="3211321" h="12700">
                    <a:moveTo>
                      <a:pt x="0" y="0"/>
                    </a:moveTo>
                    <a:lnTo>
                      <a:pt x="3211322" y="0"/>
                    </a:lnTo>
                  </a:path>
                </a:pathLst>
              </a:custGeom>
              <a:noFill/>
              <a:ln w="8001" cap="flat">
                <a:solidFill>
                  <a:srgbClr val="EBEBEB"/>
                </a:solidFill>
                <a:prstDash val="solid"/>
                <a:round/>
              </a:ln>
            </p:spPr>
            <p:txBody>
              <a:bodyPr rtlCol="0" anchor="ctr"/>
              <a:lstStyle/>
              <a:p>
                <a:endParaRPr lang="en-GB"/>
              </a:p>
            </p:txBody>
          </p:sp>
          <p:sp>
            <p:nvSpPr>
              <p:cNvPr id="17" name="Free-form: Shape 16">
                <a:extLst>
                  <a:ext uri="{FF2B5EF4-FFF2-40B4-BE49-F238E27FC236}">
                    <a16:creationId xmlns:a16="http://schemas.microsoft.com/office/drawing/2014/main" id="{4C32485A-8D97-EBA6-13CC-0881F3A9C17D}"/>
                  </a:ext>
                </a:extLst>
              </p:cNvPr>
              <p:cNvSpPr/>
              <p:nvPr/>
            </p:nvSpPr>
            <p:spPr>
              <a:xfrm>
                <a:off x="2057908" y="2378329"/>
                <a:ext cx="3211321" cy="12700"/>
              </a:xfrm>
              <a:custGeom>
                <a:avLst/>
                <a:gdLst>
                  <a:gd name="connsiteX0" fmla="*/ 0 w 3211321"/>
                  <a:gd name="connsiteY0" fmla="*/ 0 h 12700"/>
                  <a:gd name="connsiteX1" fmla="*/ 3211322 w 3211321"/>
                  <a:gd name="connsiteY1" fmla="*/ 0 h 12700"/>
                </a:gdLst>
                <a:ahLst/>
                <a:cxnLst>
                  <a:cxn ang="0">
                    <a:pos x="connsiteX0" y="connsiteY0"/>
                  </a:cxn>
                  <a:cxn ang="0">
                    <a:pos x="connsiteX1" y="connsiteY1"/>
                  </a:cxn>
                </a:cxnLst>
                <a:rect l="l" t="t" r="r" b="b"/>
                <a:pathLst>
                  <a:path w="3211321" h="12700">
                    <a:moveTo>
                      <a:pt x="0" y="0"/>
                    </a:moveTo>
                    <a:lnTo>
                      <a:pt x="3211322" y="0"/>
                    </a:lnTo>
                  </a:path>
                </a:pathLst>
              </a:custGeom>
              <a:noFill/>
              <a:ln w="8001" cap="flat">
                <a:solidFill>
                  <a:srgbClr val="EBEBEB"/>
                </a:solidFill>
                <a:prstDash val="solid"/>
                <a:round/>
              </a:ln>
            </p:spPr>
            <p:txBody>
              <a:bodyPr rtlCol="0" anchor="ctr"/>
              <a:lstStyle/>
              <a:p>
                <a:endParaRPr lang="en-GB"/>
              </a:p>
            </p:txBody>
          </p:sp>
          <p:sp>
            <p:nvSpPr>
              <p:cNvPr id="18" name="Free-form: Shape 17">
                <a:extLst>
                  <a:ext uri="{FF2B5EF4-FFF2-40B4-BE49-F238E27FC236}">
                    <a16:creationId xmlns:a16="http://schemas.microsoft.com/office/drawing/2014/main" id="{CDA3CEC8-8B5B-8B27-D6AF-299BCB6AC49A}"/>
                  </a:ext>
                </a:extLst>
              </p:cNvPr>
              <p:cNvSpPr/>
              <p:nvPr/>
            </p:nvSpPr>
            <p:spPr>
              <a:xfrm>
                <a:off x="2057908" y="1557655"/>
                <a:ext cx="3211321" cy="12700"/>
              </a:xfrm>
              <a:custGeom>
                <a:avLst/>
                <a:gdLst>
                  <a:gd name="connsiteX0" fmla="*/ 0 w 3211321"/>
                  <a:gd name="connsiteY0" fmla="*/ 0 h 12700"/>
                  <a:gd name="connsiteX1" fmla="*/ 3211322 w 3211321"/>
                  <a:gd name="connsiteY1" fmla="*/ 0 h 12700"/>
                </a:gdLst>
                <a:ahLst/>
                <a:cxnLst>
                  <a:cxn ang="0">
                    <a:pos x="connsiteX0" y="connsiteY0"/>
                  </a:cxn>
                  <a:cxn ang="0">
                    <a:pos x="connsiteX1" y="connsiteY1"/>
                  </a:cxn>
                </a:cxnLst>
                <a:rect l="l" t="t" r="r" b="b"/>
                <a:pathLst>
                  <a:path w="3211321" h="12700">
                    <a:moveTo>
                      <a:pt x="0" y="0"/>
                    </a:moveTo>
                    <a:lnTo>
                      <a:pt x="3211322" y="0"/>
                    </a:lnTo>
                  </a:path>
                </a:pathLst>
              </a:custGeom>
              <a:noFill/>
              <a:ln w="8001" cap="flat">
                <a:solidFill>
                  <a:srgbClr val="EBEBEB"/>
                </a:solidFill>
                <a:prstDash val="solid"/>
                <a:round/>
              </a:ln>
            </p:spPr>
            <p:txBody>
              <a:bodyPr rtlCol="0" anchor="ctr"/>
              <a:lstStyle/>
              <a:p>
                <a:endParaRPr lang="en-GB"/>
              </a:p>
            </p:txBody>
          </p:sp>
          <p:sp>
            <p:nvSpPr>
              <p:cNvPr id="19" name="Free-form: Shape 18">
                <a:extLst>
                  <a:ext uri="{FF2B5EF4-FFF2-40B4-BE49-F238E27FC236}">
                    <a16:creationId xmlns:a16="http://schemas.microsoft.com/office/drawing/2014/main" id="{2A591594-6153-7B5B-5B63-6FC7C94ED3E6}"/>
                  </a:ext>
                </a:extLst>
              </p:cNvPr>
              <p:cNvSpPr/>
              <p:nvPr/>
            </p:nvSpPr>
            <p:spPr>
              <a:xfrm>
                <a:off x="3596513" y="1499616"/>
                <a:ext cx="12700" cy="3929633"/>
              </a:xfrm>
              <a:custGeom>
                <a:avLst/>
                <a:gdLst>
                  <a:gd name="connsiteX0" fmla="*/ 0 w 12700"/>
                  <a:gd name="connsiteY0" fmla="*/ 3929634 h 3929633"/>
                  <a:gd name="connsiteX1" fmla="*/ 0 w 12700"/>
                  <a:gd name="connsiteY1" fmla="*/ 0 h 3929633"/>
                </a:gdLst>
                <a:ahLst/>
                <a:cxnLst>
                  <a:cxn ang="0">
                    <a:pos x="connsiteX0" y="connsiteY0"/>
                  </a:cxn>
                  <a:cxn ang="0">
                    <a:pos x="connsiteX1" y="connsiteY1"/>
                  </a:cxn>
                </a:cxnLst>
                <a:rect l="l" t="t" r="r" b="b"/>
                <a:pathLst>
                  <a:path w="12700" h="3929633">
                    <a:moveTo>
                      <a:pt x="0" y="3929634"/>
                    </a:moveTo>
                    <a:lnTo>
                      <a:pt x="0" y="0"/>
                    </a:lnTo>
                  </a:path>
                </a:pathLst>
              </a:custGeom>
              <a:noFill/>
              <a:ln w="8001" cap="flat">
                <a:solidFill>
                  <a:srgbClr val="EBEBEB"/>
                </a:solidFill>
                <a:prstDash val="solid"/>
                <a:round/>
              </a:ln>
            </p:spPr>
            <p:txBody>
              <a:bodyPr rtlCol="0" anchor="ctr"/>
              <a:lstStyle/>
              <a:p>
                <a:endParaRPr lang="en-GB"/>
              </a:p>
            </p:txBody>
          </p:sp>
          <p:sp>
            <p:nvSpPr>
              <p:cNvPr id="20" name="Free-form: Shape 19">
                <a:extLst>
                  <a:ext uri="{FF2B5EF4-FFF2-40B4-BE49-F238E27FC236}">
                    <a16:creationId xmlns:a16="http://schemas.microsoft.com/office/drawing/2014/main" id="{C3829245-4D37-6BDD-FE68-91412B44E3D9}"/>
                  </a:ext>
                </a:extLst>
              </p:cNvPr>
              <p:cNvSpPr/>
              <p:nvPr/>
            </p:nvSpPr>
            <p:spPr>
              <a:xfrm>
                <a:off x="2057908" y="5250560"/>
                <a:ext cx="3211321" cy="12700"/>
              </a:xfrm>
              <a:custGeom>
                <a:avLst/>
                <a:gdLst>
                  <a:gd name="connsiteX0" fmla="*/ 0 w 3211321"/>
                  <a:gd name="connsiteY0" fmla="*/ 0 h 12700"/>
                  <a:gd name="connsiteX1" fmla="*/ 3211322 w 3211321"/>
                  <a:gd name="connsiteY1" fmla="*/ 0 h 12700"/>
                </a:gdLst>
                <a:ahLst/>
                <a:cxnLst>
                  <a:cxn ang="0">
                    <a:pos x="connsiteX0" y="connsiteY0"/>
                  </a:cxn>
                  <a:cxn ang="0">
                    <a:pos x="connsiteX1" y="connsiteY1"/>
                  </a:cxn>
                </a:cxnLst>
                <a:rect l="l" t="t" r="r" b="b"/>
                <a:pathLst>
                  <a:path w="3211321" h="12700">
                    <a:moveTo>
                      <a:pt x="0" y="0"/>
                    </a:moveTo>
                    <a:lnTo>
                      <a:pt x="3211322" y="0"/>
                    </a:lnTo>
                  </a:path>
                </a:pathLst>
              </a:custGeom>
              <a:noFill/>
              <a:ln w="16002" cap="flat">
                <a:solidFill>
                  <a:srgbClr val="EBEBEB"/>
                </a:solidFill>
                <a:prstDash val="solid"/>
                <a:round/>
              </a:ln>
            </p:spPr>
            <p:txBody>
              <a:bodyPr rtlCol="0" anchor="ctr"/>
              <a:lstStyle/>
              <a:p>
                <a:endParaRPr lang="en-GB"/>
              </a:p>
            </p:txBody>
          </p:sp>
          <p:sp>
            <p:nvSpPr>
              <p:cNvPr id="21" name="Free-form: Shape 20">
                <a:extLst>
                  <a:ext uri="{FF2B5EF4-FFF2-40B4-BE49-F238E27FC236}">
                    <a16:creationId xmlns:a16="http://schemas.microsoft.com/office/drawing/2014/main" id="{FF4F36CF-673E-C1F5-7145-A78D286B2340}"/>
                  </a:ext>
                </a:extLst>
              </p:cNvPr>
              <p:cNvSpPr/>
              <p:nvPr/>
            </p:nvSpPr>
            <p:spPr>
              <a:xfrm>
                <a:off x="2057908" y="4430014"/>
                <a:ext cx="3211321" cy="12700"/>
              </a:xfrm>
              <a:custGeom>
                <a:avLst/>
                <a:gdLst>
                  <a:gd name="connsiteX0" fmla="*/ 0 w 3211321"/>
                  <a:gd name="connsiteY0" fmla="*/ 0 h 12700"/>
                  <a:gd name="connsiteX1" fmla="*/ 3211322 w 3211321"/>
                  <a:gd name="connsiteY1" fmla="*/ 0 h 12700"/>
                </a:gdLst>
                <a:ahLst/>
                <a:cxnLst>
                  <a:cxn ang="0">
                    <a:pos x="connsiteX0" y="connsiteY0"/>
                  </a:cxn>
                  <a:cxn ang="0">
                    <a:pos x="connsiteX1" y="connsiteY1"/>
                  </a:cxn>
                </a:cxnLst>
                <a:rect l="l" t="t" r="r" b="b"/>
                <a:pathLst>
                  <a:path w="3211321" h="12700">
                    <a:moveTo>
                      <a:pt x="0" y="0"/>
                    </a:moveTo>
                    <a:lnTo>
                      <a:pt x="3211322" y="0"/>
                    </a:lnTo>
                  </a:path>
                </a:pathLst>
              </a:custGeom>
              <a:noFill/>
              <a:ln w="16002" cap="flat">
                <a:solidFill>
                  <a:srgbClr val="EBEBEB"/>
                </a:solidFill>
                <a:prstDash val="solid"/>
                <a:round/>
              </a:ln>
            </p:spPr>
            <p:txBody>
              <a:bodyPr rtlCol="0" anchor="ctr"/>
              <a:lstStyle/>
              <a:p>
                <a:endParaRPr lang="en-GB"/>
              </a:p>
            </p:txBody>
          </p:sp>
          <p:sp>
            <p:nvSpPr>
              <p:cNvPr id="22" name="Free-form: Shape 21">
                <a:extLst>
                  <a:ext uri="{FF2B5EF4-FFF2-40B4-BE49-F238E27FC236}">
                    <a16:creationId xmlns:a16="http://schemas.microsoft.com/office/drawing/2014/main" id="{47A83051-0FDA-C537-5543-C4CCD311802D}"/>
                  </a:ext>
                </a:extLst>
              </p:cNvPr>
              <p:cNvSpPr/>
              <p:nvPr/>
            </p:nvSpPr>
            <p:spPr>
              <a:xfrm>
                <a:off x="2057908" y="3609339"/>
                <a:ext cx="3211321" cy="12700"/>
              </a:xfrm>
              <a:custGeom>
                <a:avLst/>
                <a:gdLst>
                  <a:gd name="connsiteX0" fmla="*/ 0 w 3211321"/>
                  <a:gd name="connsiteY0" fmla="*/ 0 h 12700"/>
                  <a:gd name="connsiteX1" fmla="*/ 3211322 w 3211321"/>
                  <a:gd name="connsiteY1" fmla="*/ 0 h 12700"/>
                </a:gdLst>
                <a:ahLst/>
                <a:cxnLst>
                  <a:cxn ang="0">
                    <a:pos x="connsiteX0" y="connsiteY0"/>
                  </a:cxn>
                  <a:cxn ang="0">
                    <a:pos x="connsiteX1" y="connsiteY1"/>
                  </a:cxn>
                </a:cxnLst>
                <a:rect l="l" t="t" r="r" b="b"/>
                <a:pathLst>
                  <a:path w="3211321" h="12700">
                    <a:moveTo>
                      <a:pt x="0" y="0"/>
                    </a:moveTo>
                    <a:lnTo>
                      <a:pt x="3211322" y="0"/>
                    </a:lnTo>
                  </a:path>
                </a:pathLst>
              </a:custGeom>
              <a:noFill/>
              <a:ln w="16002" cap="flat">
                <a:solidFill>
                  <a:srgbClr val="EBEBEB"/>
                </a:solidFill>
                <a:prstDash val="solid"/>
                <a:round/>
              </a:ln>
            </p:spPr>
            <p:txBody>
              <a:bodyPr rtlCol="0" anchor="ctr"/>
              <a:lstStyle/>
              <a:p>
                <a:endParaRPr lang="en-GB"/>
              </a:p>
            </p:txBody>
          </p:sp>
          <p:sp>
            <p:nvSpPr>
              <p:cNvPr id="23" name="Free-form: Shape 22">
                <a:extLst>
                  <a:ext uri="{FF2B5EF4-FFF2-40B4-BE49-F238E27FC236}">
                    <a16:creationId xmlns:a16="http://schemas.microsoft.com/office/drawing/2014/main" id="{EFF5D759-3CD2-2D8D-A128-EF7FA8929BD7}"/>
                  </a:ext>
                </a:extLst>
              </p:cNvPr>
              <p:cNvSpPr/>
              <p:nvPr/>
            </p:nvSpPr>
            <p:spPr>
              <a:xfrm>
                <a:off x="2057908" y="2788666"/>
                <a:ext cx="3211321" cy="12700"/>
              </a:xfrm>
              <a:custGeom>
                <a:avLst/>
                <a:gdLst>
                  <a:gd name="connsiteX0" fmla="*/ 0 w 3211321"/>
                  <a:gd name="connsiteY0" fmla="*/ 0 h 12700"/>
                  <a:gd name="connsiteX1" fmla="*/ 3211322 w 3211321"/>
                  <a:gd name="connsiteY1" fmla="*/ 0 h 12700"/>
                </a:gdLst>
                <a:ahLst/>
                <a:cxnLst>
                  <a:cxn ang="0">
                    <a:pos x="connsiteX0" y="connsiteY0"/>
                  </a:cxn>
                  <a:cxn ang="0">
                    <a:pos x="connsiteX1" y="connsiteY1"/>
                  </a:cxn>
                </a:cxnLst>
                <a:rect l="l" t="t" r="r" b="b"/>
                <a:pathLst>
                  <a:path w="3211321" h="12700">
                    <a:moveTo>
                      <a:pt x="0" y="0"/>
                    </a:moveTo>
                    <a:lnTo>
                      <a:pt x="3211322" y="0"/>
                    </a:lnTo>
                  </a:path>
                </a:pathLst>
              </a:custGeom>
              <a:noFill/>
              <a:ln w="16002" cap="flat">
                <a:solidFill>
                  <a:srgbClr val="EBEBEB"/>
                </a:solidFill>
                <a:prstDash val="solid"/>
                <a:round/>
              </a:ln>
            </p:spPr>
            <p:txBody>
              <a:bodyPr rtlCol="0" anchor="ctr"/>
              <a:lstStyle/>
              <a:p>
                <a:endParaRPr lang="en-GB"/>
              </a:p>
            </p:txBody>
          </p:sp>
          <p:sp>
            <p:nvSpPr>
              <p:cNvPr id="24" name="Free-form: Shape 23">
                <a:extLst>
                  <a:ext uri="{FF2B5EF4-FFF2-40B4-BE49-F238E27FC236}">
                    <a16:creationId xmlns:a16="http://schemas.microsoft.com/office/drawing/2014/main" id="{36AC9A47-5EFE-2AFD-7B42-5BA1773E046C}"/>
                  </a:ext>
                </a:extLst>
              </p:cNvPr>
              <p:cNvSpPr/>
              <p:nvPr/>
            </p:nvSpPr>
            <p:spPr>
              <a:xfrm>
                <a:off x="2057908" y="1967991"/>
                <a:ext cx="3211321" cy="12700"/>
              </a:xfrm>
              <a:custGeom>
                <a:avLst/>
                <a:gdLst>
                  <a:gd name="connsiteX0" fmla="*/ 0 w 3211321"/>
                  <a:gd name="connsiteY0" fmla="*/ 0 h 12700"/>
                  <a:gd name="connsiteX1" fmla="*/ 3211322 w 3211321"/>
                  <a:gd name="connsiteY1" fmla="*/ 0 h 12700"/>
                </a:gdLst>
                <a:ahLst/>
                <a:cxnLst>
                  <a:cxn ang="0">
                    <a:pos x="connsiteX0" y="connsiteY0"/>
                  </a:cxn>
                  <a:cxn ang="0">
                    <a:pos x="connsiteX1" y="connsiteY1"/>
                  </a:cxn>
                </a:cxnLst>
                <a:rect l="l" t="t" r="r" b="b"/>
                <a:pathLst>
                  <a:path w="3211321" h="12700">
                    <a:moveTo>
                      <a:pt x="0" y="0"/>
                    </a:moveTo>
                    <a:lnTo>
                      <a:pt x="3211322" y="0"/>
                    </a:lnTo>
                  </a:path>
                </a:pathLst>
              </a:custGeom>
              <a:noFill/>
              <a:ln w="16002" cap="flat">
                <a:solidFill>
                  <a:srgbClr val="EBEBEB"/>
                </a:solidFill>
                <a:prstDash val="solid"/>
                <a:round/>
              </a:ln>
            </p:spPr>
            <p:txBody>
              <a:bodyPr rtlCol="0" anchor="ctr"/>
              <a:lstStyle/>
              <a:p>
                <a:endParaRPr lang="en-GB"/>
              </a:p>
            </p:txBody>
          </p:sp>
          <p:sp>
            <p:nvSpPr>
              <p:cNvPr id="25" name="Free-form: Shape 24">
                <a:extLst>
                  <a:ext uri="{FF2B5EF4-FFF2-40B4-BE49-F238E27FC236}">
                    <a16:creationId xmlns:a16="http://schemas.microsoft.com/office/drawing/2014/main" id="{20278ED6-BD3D-F609-AF07-61E178AAFF03}"/>
                  </a:ext>
                </a:extLst>
              </p:cNvPr>
              <p:cNvSpPr/>
              <p:nvPr/>
            </p:nvSpPr>
            <p:spPr>
              <a:xfrm>
                <a:off x="2660269" y="1499616"/>
                <a:ext cx="12700" cy="3929633"/>
              </a:xfrm>
              <a:custGeom>
                <a:avLst/>
                <a:gdLst>
                  <a:gd name="connsiteX0" fmla="*/ 0 w 12700"/>
                  <a:gd name="connsiteY0" fmla="*/ 3929634 h 3929633"/>
                  <a:gd name="connsiteX1" fmla="*/ 0 w 12700"/>
                  <a:gd name="connsiteY1" fmla="*/ 0 h 3929633"/>
                </a:gdLst>
                <a:ahLst/>
                <a:cxnLst>
                  <a:cxn ang="0">
                    <a:pos x="connsiteX0" y="connsiteY0"/>
                  </a:cxn>
                  <a:cxn ang="0">
                    <a:pos x="connsiteX1" y="connsiteY1"/>
                  </a:cxn>
                </a:cxnLst>
                <a:rect l="l" t="t" r="r" b="b"/>
                <a:pathLst>
                  <a:path w="12700" h="3929633">
                    <a:moveTo>
                      <a:pt x="0" y="3929634"/>
                    </a:moveTo>
                    <a:lnTo>
                      <a:pt x="0" y="0"/>
                    </a:lnTo>
                  </a:path>
                </a:pathLst>
              </a:custGeom>
              <a:noFill/>
              <a:ln w="16002" cap="flat">
                <a:solidFill>
                  <a:srgbClr val="EBEBEB"/>
                </a:solidFill>
                <a:prstDash val="solid"/>
                <a:round/>
              </a:ln>
            </p:spPr>
            <p:txBody>
              <a:bodyPr rtlCol="0" anchor="ctr"/>
              <a:lstStyle/>
              <a:p>
                <a:endParaRPr lang="en-GB"/>
              </a:p>
            </p:txBody>
          </p:sp>
          <p:sp>
            <p:nvSpPr>
              <p:cNvPr id="26" name="Free-form: Shape 25">
                <a:extLst>
                  <a:ext uri="{FF2B5EF4-FFF2-40B4-BE49-F238E27FC236}">
                    <a16:creationId xmlns:a16="http://schemas.microsoft.com/office/drawing/2014/main" id="{BEC9A449-9216-12A0-98C9-159E25B04FDF}"/>
                  </a:ext>
                </a:extLst>
              </p:cNvPr>
              <p:cNvSpPr/>
              <p:nvPr/>
            </p:nvSpPr>
            <p:spPr>
              <a:xfrm>
                <a:off x="4532629" y="1499616"/>
                <a:ext cx="12700" cy="3929633"/>
              </a:xfrm>
              <a:custGeom>
                <a:avLst/>
                <a:gdLst>
                  <a:gd name="connsiteX0" fmla="*/ 0 w 12700"/>
                  <a:gd name="connsiteY0" fmla="*/ 3929634 h 3929633"/>
                  <a:gd name="connsiteX1" fmla="*/ 0 w 12700"/>
                  <a:gd name="connsiteY1" fmla="*/ 0 h 3929633"/>
                </a:gdLst>
                <a:ahLst/>
                <a:cxnLst>
                  <a:cxn ang="0">
                    <a:pos x="connsiteX0" y="connsiteY0"/>
                  </a:cxn>
                  <a:cxn ang="0">
                    <a:pos x="connsiteX1" y="connsiteY1"/>
                  </a:cxn>
                </a:cxnLst>
                <a:rect l="l" t="t" r="r" b="b"/>
                <a:pathLst>
                  <a:path w="12700" h="3929633">
                    <a:moveTo>
                      <a:pt x="0" y="3929634"/>
                    </a:moveTo>
                    <a:lnTo>
                      <a:pt x="0" y="0"/>
                    </a:lnTo>
                  </a:path>
                </a:pathLst>
              </a:custGeom>
              <a:noFill/>
              <a:ln w="16002" cap="flat">
                <a:solidFill>
                  <a:srgbClr val="EBEBEB"/>
                </a:solidFill>
                <a:prstDash val="solid"/>
                <a:round/>
              </a:ln>
            </p:spPr>
            <p:txBody>
              <a:bodyPr rtlCol="0" anchor="ctr"/>
              <a:lstStyle/>
              <a:p>
                <a:endParaRPr lang="en-GB"/>
              </a:p>
            </p:txBody>
          </p:sp>
          <p:sp>
            <p:nvSpPr>
              <p:cNvPr id="27" name="Free-form: Shape 26">
                <a:extLst>
                  <a:ext uri="{FF2B5EF4-FFF2-40B4-BE49-F238E27FC236}">
                    <a16:creationId xmlns:a16="http://schemas.microsoft.com/office/drawing/2014/main" id="{6680DF09-3016-9CFE-DA68-7726597DD7BC}"/>
                  </a:ext>
                </a:extLst>
              </p:cNvPr>
              <p:cNvSpPr/>
              <p:nvPr/>
            </p:nvSpPr>
            <p:spPr>
              <a:xfrm>
                <a:off x="2088261" y="5243830"/>
                <a:ext cx="312039" cy="6858"/>
              </a:xfrm>
              <a:custGeom>
                <a:avLst/>
                <a:gdLst>
                  <a:gd name="connsiteX0" fmla="*/ 0 w 312039"/>
                  <a:gd name="connsiteY0" fmla="*/ 0 h 6858"/>
                  <a:gd name="connsiteX1" fmla="*/ 312039 w 312039"/>
                  <a:gd name="connsiteY1" fmla="*/ 0 h 6858"/>
                  <a:gd name="connsiteX2" fmla="*/ 312039 w 312039"/>
                  <a:gd name="connsiteY2" fmla="*/ 6858 h 6858"/>
                  <a:gd name="connsiteX3" fmla="*/ 0 w 312039"/>
                  <a:gd name="connsiteY3" fmla="*/ 6858 h 6858"/>
                </a:gdLst>
                <a:ahLst/>
                <a:cxnLst>
                  <a:cxn ang="0">
                    <a:pos x="connsiteX0" y="connsiteY0"/>
                  </a:cxn>
                  <a:cxn ang="0">
                    <a:pos x="connsiteX1" y="connsiteY1"/>
                  </a:cxn>
                  <a:cxn ang="0">
                    <a:pos x="connsiteX2" y="connsiteY2"/>
                  </a:cxn>
                  <a:cxn ang="0">
                    <a:pos x="connsiteX3" y="connsiteY3"/>
                  </a:cxn>
                </a:cxnLst>
                <a:rect l="l" t="t" r="r" b="b"/>
                <a:pathLst>
                  <a:path w="312039" h="6858">
                    <a:moveTo>
                      <a:pt x="0" y="0"/>
                    </a:moveTo>
                    <a:lnTo>
                      <a:pt x="312039" y="0"/>
                    </a:lnTo>
                    <a:lnTo>
                      <a:pt x="312039" y="6858"/>
                    </a:lnTo>
                    <a:lnTo>
                      <a:pt x="0" y="6858"/>
                    </a:lnTo>
                    <a:close/>
                  </a:path>
                </a:pathLst>
              </a:custGeom>
              <a:solidFill>
                <a:srgbClr val="440154"/>
              </a:solidFill>
              <a:ln w="13589" cap="flat">
                <a:noFill/>
                <a:prstDash val="solid"/>
                <a:miter/>
              </a:ln>
            </p:spPr>
            <p:txBody>
              <a:bodyPr rtlCol="0" anchor="ctr"/>
              <a:lstStyle/>
              <a:p>
                <a:endParaRPr lang="en-GB"/>
              </a:p>
            </p:txBody>
          </p:sp>
          <p:sp>
            <p:nvSpPr>
              <p:cNvPr id="28" name="Free-form: Shape 27">
                <a:extLst>
                  <a:ext uri="{FF2B5EF4-FFF2-40B4-BE49-F238E27FC236}">
                    <a16:creationId xmlns:a16="http://schemas.microsoft.com/office/drawing/2014/main" id="{0743F77A-43E2-FCD3-EF61-DC8043DEEFE3}"/>
                  </a:ext>
                </a:extLst>
              </p:cNvPr>
              <p:cNvSpPr/>
              <p:nvPr/>
            </p:nvSpPr>
            <p:spPr>
              <a:xfrm>
                <a:off x="2504313" y="5245735"/>
                <a:ext cx="312038" cy="4825"/>
              </a:xfrm>
              <a:custGeom>
                <a:avLst/>
                <a:gdLst>
                  <a:gd name="connsiteX0" fmla="*/ 0 w 312038"/>
                  <a:gd name="connsiteY0" fmla="*/ 0 h 4825"/>
                  <a:gd name="connsiteX1" fmla="*/ 312039 w 312038"/>
                  <a:gd name="connsiteY1" fmla="*/ 0 h 4825"/>
                  <a:gd name="connsiteX2" fmla="*/ 312039 w 312038"/>
                  <a:gd name="connsiteY2" fmla="*/ 4826 h 4825"/>
                  <a:gd name="connsiteX3" fmla="*/ 0 w 312038"/>
                  <a:gd name="connsiteY3" fmla="*/ 4826 h 4825"/>
                </a:gdLst>
                <a:ahLst/>
                <a:cxnLst>
                  <a:cxn ang="0">
                    <a:pos x="connsiteX0" y="connsiteY0"/>
                  </a:cxn>
                  <a:cxn ang="0">
                    <a:pos x="connsiteX1" y="connsiteY1"/>
                  </a:cxn>
                  <a:cxn ang="0">
                    <a:pos x="connsiteX2" y="connsiteY2"/>
                  </a:cxn>
                  <a:cxn ang="0">
                    <a:pos x="connsiteX3" y="connsiteY3"/>
                  </a:cxn>
                </a:cxnLst>
                <a:rect l="l" t="t" r="r" b="b"/>
                <a:pathLst>
                  <a:path w="312038" h="4825">
                    <a:moveTo>
                      <a:pt x="0" y="0"/>
                    </a:moveTo>
                    <a:lnTo>
                      <a:pt x="312039" y="0"/>
                    </a:lnTo>
                    <a:lnTo>
                      <a:pt x="312039" y="4826"/>
                    </a:lnTo>
                    <a:lnTo>
                      <a:pt x="0" y="4826"/>
                    </a:lnTo>
                    <a:close/>
                  </a:path>
                </a:pathLst>
              </a:custGeom>
              <a:solidFill>
                <a:srgbClr val="31688E"/>
              </a:solidFill>
              <a:ln w="13589" cap="flat">
                <a:noFill/>
                <a:prstDash val="solid"/>
                <a:miter/>
              </a:ln>
            </p:spPr>
            <p:txBody>
              <a:bodyPr rtlCol="0" anchor="ctr"/>
              <a:lstStyle/>
              <a:p>
                <a:endParaRPr lang="en-GB"/>
              </a:p>
            </p:txBody>
          </p:sp>
          <p:sp>
            <p:nvSpPr>
              <p:cNvPr id="29" name="Free-form: Shape 28">
                <a:extLst>
                  <a:ext uri="{FF2B5EF4-FFF2-40B4-BE49-F238E27FC236}">
                    <a16:creationId xmlns:a16="http://schemas.microsoft.com/office/drawing/2014/main" id="{ADD25D85-8625-5429-15E7-28E73AF8A2C9}"/>
                  </a:ext>
                </a:extLst>
              </p:cNvPr>
              <p:cNvSpPr/>
              <p:nvPr/>
            </p:nvSpPr>
            <p:spPr>
              <a:xfrm>
                <a:off x="2920365" y="5227574"/>
                <a:ext cx="312039" cy="22987"/>
              </a:xfrm>
              <a:custGeom>
                <a:avLst/>
                <a:gdLst>
                  <a:gd name="connsiteX0" fmla="*/ 0 w 312039"/>
                  <a:gd name="connsiteY0" fmla="*/ 0 h 22987"/>
                  <a:gd name="connsiteX1" fmla="*/ 312039 w 312039"/>
                  <a:gd name="connsiteY1" fmla="*/ 0 h 22987"/>
                  <a:gd name="connsiteX2" fmla="*/ 312039 w 312039"/>
                  <a:gd name="connsiteY2" fmla="*/ 22987 h 22987"/>
                  <a:gd name="connsiteX3" fmla="*/ 0 w 312039"/>
                  <a:gd name="connsiteY3" fmla="*/ 22987 h 22987"/>
                </a:gdLst>
                <a:ahLst/>
                <a:cxnLst>
                  <a:cxn ang="0">
                    <a:pos x="connsiteX0" y="connsiteY0"/>
                  </a:cxn>
                  <a:cxn ang="0">
                    <a:pos x="connsiteX1" y="connsiteY1"/>
                  </a:cxn>
                  <a:cxn ang="0">
                    <a:pos x="connsiteX2" y="connsiteY2"/>
                  </a:cxn>
                  <a:cxn ang="0">
                    <a:pos x="connsiteX3" y="connsiteY3"/>
                  </a:cxn>
                </a:cxnLst>
                <a:rect l="l" t="t" r="r" b="b"/>
                <a:pathLst>
                  <a:path w="312039" h="22987">
                    <a:moveTo>
                      <a:pt x="0" y="0"/>
                    </a:moveTo>
                    <a:lnTo>
                      <a:pt x="312039" y="0"/>
                    </a:lnTo>
                    <a:lnTo>
                      <a:pt x="312039" y="22987"/>
                    </a:lnTo>
                    <a:lnTo>
                      <a:pt x="0" y="22987"/>
                    </a:lnTo>
                    <a:close/>
                  </a:path>
                </a:pathLst>
              </a:custGeom>
              <a:solidFill>
                <a:srgbClr val="35B779"/>
              </a:solidFill>
              <a:ln w="13589" cap="flat">
                <a:noFill/>
                <a:prstDash val="solid"/>
                <a:miter/>
              </a:ln>
            </p:spPr>
            <p:txBody>
              <a:bodyPr rtlCol="0" anchor="ctr"/>
              <a:lstStyle/>
              <a:p>
                <a:endParaRPr lang="en-GB"/>
              </a:p>
            </p:txBody>
          </p:sp>
          <p:sp>
            <p:nvSpPr>
              <p:cNvPr id="30" name="Free-form: Shape 29">
                <a:extLst>
                  <a:ext uri="{FF2B5EF4-FFF2-40B4-BE49-F238E27FC236}">
                    <a16:creationId xmlns:a16="http://schemas.microsoft.com/office/drawing/2014/main" id="{3AC13A6F-B6CD-BAEF-B7C9-89E3D62067C4}"/>
                  </a:ext>
                </a:extLst>
              </p:cNvPr>
              <p:cNvSpPr/>
              <p:nvPr/>
            </p:nvSpPr>
            <p:spPr>
              <a:xfrm>
                <a:off x="3947541" y="5225542"/>
                <a:ext cx="234061" cy="25146"/>
              </a:xfrm>
              <a:custGeom>
                <a:avLst/>
                <a:gdLst>
                  <a:gd name="connsiteX0" fmla="*/ 0 w 234061"/>
                  <a:gd name="connsiteY0" fmla="*/ 0 h 25146"/>
                  <a:gd name="connsiteX1" fmla="*/ 234061 w 234061"/>
                  <a:gd name="connsiteY1" fmla="*/ 0 h 25146"/>
                  <a:gd name="connsiteX2" fmla="*/ 234061 w 234061"/>
                  <a:gd name="connsiteY2" fmla="*/ 25146 h 25146"/>
                  <a:gd name="connsiteX3" fmla="*/ 0 w 234061"/>
                  <a:gd name="connsiteY3" fmla="*/ 25146 h 25146"/>
                </a:gdLst>
                <a:ahLst/>
                <a:cxnLst>
                  <a:cxn ang="0">
                    <a:pos x="connsiteX0" y="connsiteY0"/>
                  </a:cxn>
                  <a:cxn ang="0">
                    <a:pos x="connsiteX1" y="connsiteY1"/>
                  </a:cxn>
                  <a:cxn ang="0">
                    <a:pos x="connsiteX2" y="connsiteY2"/>
                  </a:cxn>
                  <a:cxn ang="0">
                    <a:pos x="connsiteX3" y="connsiteY3"/>
                  </a:cxn>
                </a:cxnLst>
                <a:rect l="l" t="t" r="r" b="b"/>
                <a:pathLst>
                  <a:path w="234061" h="25146">
                    <a:moveTo>
                      <a:pt x="0" y="0"/>
                    </a:moveTo>
                    <a:lnTo>
                      <a:pt x="234061" y="0"/>
                    </a:lnTo>
                    <a:lnTo>
                      <a:pt x="234061" y="25146"/>
                    </a:lnTo>
                    <a:lnTo>
                      <a:pt x="0" y="25146"/>
                    </a:lnTo>
                    <a:close/>
                  </a:path>
                </a:pathLst>
              </a:custGeom>
              <a:solidFill>
                <a:srgbClr val="440154"/>
              </a:solidFill>
              <a:ln w="13589" cap="flat">
                <a:noFill/>
                <a:prstDash val="solid"/>
                <a:miter/>
              </a:ln>
            </p:spPr>
            <p:txBody>
              <a:bodyPr rtlCol="0" anchor="ctr"/>
              <a:lstStyle/>
              <a:p>
                <a:endParaRPr lang="en-GB"/>
              </a:p>
            </p:txBody>
          </p:sp>
          <p:sp>
            <p:nvSpPr>
              <p:cNvPr id="31" name="Free-form: Shape 30">
                <a:extLst>
                  <a:ext uri="{FF2B5EF4-FFF2-40B4-BE49-F238E27FC236}">
                    <a16:creationId xmlns:a16="http://schemas.microsoft.com/office/drawing/2014/main" id="{6E9E8D65-1B81-03FB-856F-9D7A09ACC22A}"/>
                  </a:ext>
                </a:extLst>
              </p:cNvPr>
              <p:cNvSpPr/>
              <p:nvPr/>
            </p:nvSpPr>
            <p:spPr>
              <a:xfrm>
                <a:off x="4259580" y="5244973"/>
                <a:ext cx="234061" cy="5587"/>
              </a:xfrm>
              <a:custGeom>
                <a:avLst/>
                <a:gdLst>
                  <a:gd name="connsiteX0" fmla="*/ 0 w 234061"/>
                  <a:gd name="connsiteY0" fmla="*/ 0 h 5587"/>
                  <a:gd name="connsiteX1" fmla="*/ 234061 w 234061"/>
                  <a:gd name="connsiteY1" fmla="*/ 0 h 5587"/>
                  <a:gd name="connsiteX2" fmla="*/ 234061 w 234061"/>
                  <a:gd name="connsiteY2" fmla="*/ 5588 h 5587"/>
                  <a:gd name="connsiteX3" fmla="*/ 0 w 234061"/>
                  <a:gd name="connsiteY3" fmla="*/ 5588 h 5587"/>
                </a:gdLst>
                <a:ahLst/>
                <a:cxnLst>
                  <a:cxn ang="0">
                    <a:pos x="connsiteX0" y="connsiteY0"/>
                  </a:cxn>
                  <a:cxn ang="0">
                    <a:pos x="connsiteX1" y="connsiteY1"/>
                  </a:cxn>
                  <a:cxn ang="0">
                    <a:pos x="connsiteX2" y="connsiteY2"/>
                  </a:cxn>
                  <a:cxn ang="0">
                    <a:pos x="connsiteX3" y="connsiteY3"/>
                  </a:cxn>
                </a:cxnLst>
                <a:rect l="l" t="t" r="r" b="b"/>
                <a:pathLst>
                  <a:path w="234061" h="5587">
                    <a:moveTo>
                      <a:pt x="0" y="0"/>
                    </a:moveTo>
                    <a:lnTo>
                      <a:pt x="234061" y="0"/>
                    </a:lnTo>
                    <a:lnTo>
                      <a:pt x="234061" y="5588"/>
                    </a:lnTo>
                    <a:lnTo>
                      <a:pt x="0" y="5588"/>
                    </a:lnTo>
                    <a:close/>
                  </a:path>
                </a:pathLst>
              </a:custGeom>
              <a:solidFill>
                <a:srgbClr val="31688E"/>
              </a:solidFill>
              <a:ln w="13589" cap="flat">
                <a:noFill/>
                <a:prstDash val="solid"/>
                <a:miter/>
              </a:ln>
            </p:spPr>
            <p:txBody>
              <a:bodyPr rtlCol="0" anchor="ctr"/>
              <a:lstStyle/>
              <a:p>
                <a:endParaRPr lang="en-GB"/>
              </a:p>
            </p:txBody>
          </p:sp>
          <p:sp>
            <p:nvSpPr>
              <p:cNvPr id="32" name="Free-form: Shape 31">
                <a:extLst>
                  <a:ext uri="{FF2B5EF4-FFF2-40B4-BE49-F238E27FC236}">
                    <a16:creationId xmlns:a16="http://schemas.microsoft.com/office/drawing/2014/main" id="{4CB60919-7CF7-B440-421B-671FD19DA9C7}"/>
                  </a:ext>
                </a:extLst>
              </p:cNvPr>
              <p:cNvSpPr/>
              <p:nvPr/>
            </p:nvSpPr>
            <p:spPr>
              <a:xfrm>
                <a:off x="4571619" y="5165471"/>
                <a:ext cx="234060" cy="85089"/>
              </a:xfrm>
              <a:custGeom>
                <a:avLst/>
                <a:gdLst>
                  <a:gd name="connsiteX0" fmla="*/ 0 w 234060"/>
                  <a:gd name="connsiteY0" fmla="*/ 0 h 85089"/>
                  <a:gd name="connsiteX1" fmla="*/ 234061 w 234060"/>
                  <a:gd name="connsiteY1" fmla="*/ 0 h 85089"/>
                  <a:gd name="connsiteX2" fmla="*/ 234061 w 234060"/>
                  <a:gd name="connsiteY2" fmla="*/ 85090 h 85089"/>
                  <a:gd name="connsiteX3" fmla="*/ 0 w 234060"/>
                  <a:gd name="connsiteY3" fmla="*/ 85090 h 85089"/>
                </a:gdLst>
                <a:ahLst/>
                <a:cxnLst>
                  <a:cxn ang="0">
                    <a:pos x="connsiteX0" y="connsiteY0"/>
                  </a:cxn>
                  <a:cxn ang="0">
                    <a:pos x="connsiteX1" y="connsiteY1"/>
                  </a:cxn>
                  <a:cxn ang="0">
                    <a:pos x="connsiteX2" y="connsiteY2"/>
                  </a:cxn>
                  <a:cxn ang="0">
                    <a:pos x="connsiteX3" y="connsiteY3"/>
                  </a:cxn>
                </a:cxnLst>
                <a:rect l="l" t="t" r="r" b="b"/>
                <a:pathLst>
                  <a:path w="234060" h="85089">
                    <a:moveTo>
                      <a:pt x="0" y="0"/>
                    </a:moveTo>
                    <a:lnTo>
                      <a:pt x="234061" y="0"/>
                    </a:lnTo>
                    <a:lnTo>
                      <a:pt x="234061" y="85090"/>
                    </a:lnTo>
                    <a:lnTo>
                      <a:pt x="0" y="85090"/>
                    </a:lnTo>
                    <a:close/>
                  </a:path>
                </a:pathLst>
              </a:custGeom>
              <a:solidFill>
                <a:srgbClr val="35B779"/>
              </a:solidFill>
              <a:ln w="13589" cap="flat">
                <a:noFill/>
                <a:prstDash val="solid"/>
                <a:miter/>
              </a:ln>
            </p:spPr>
            <p:txBody>
              <a:bodyPr rtlCol="0" anchor="ctr"/>
              <a:lstStyle/>
              <a:p>
                <a:endParaRPr lang="en-GB"/>
              </a:p>
            </p:txBody>
          </p:sp>
          <p:sp>
            <p:nvSpPr>
              <p:cNvPr id="33" name="Free-form: Shape 32">
                <a:extLst>
                  <a:ext uri="{FF2B5EF4-FFF2-40B4-BE49-F238E27FC236}">
                    <a16:creationId xmlns:a16="http://schemas.microsoft.com/office/drawing/2014/main" id="{74D652CD-609E-73C2-95D1-EE0D497EACD1}"/>
                  </a:ext>
                </a:extLst>
              </p:cNvPr>
              <p:cNvSpPr/>
              <p:nvPr/>
            </p:nvSpPr>
            <p:spPr>
              <a:xfrm>
                <a:off x="4883785" y="5250180"/>
                <a:ext cx="234061" cy="469"/>
              </a:xfrm>
              <a:custGeom>
                <a:avLst/>
                <a:gdLst>
                  <a:gd name="connsiteX0" fmla="*/ 0 w 234061"/>
                  <a:gd name="connsiteY0" fmla="*/ 0 h 469"/>
                  <a:gd name="connsiteX1" fmla="*/ 234061 w 234061"/>
                  <a:gd name="connsiteY1" fmla="*/ 0 h 469"/>
                  <a:gd name="connsiteX2" fmla="*/ 234061 w 234061"/>
                  <a:gd name="connsiteY2" fmla="*/ 470 h 469"/>
                  <a:gd name="connsiteX3" fmla="*/ 0 w 234061"/>
                  <a:gd name="connsiteY3" fmla="*/ 470 h 469"/>
                </a:gdLst>
                <a:ahLst/>
                <a:cxnLst>
                  <a:cxn ang="0">
                    <a:pos x="connsiteX0" y="connsiteY0"/>
                  </a:cxn>
                  <a:cxn ang="0">
                    <a:pos x="connsiteX1" y="connsiteY1"/>
                  </a:cxn>
                  <a:cxn ang="0">
                    <a:pos x="connsiteX2" y="connsiteY2"/>
                  </a:cxn>
                  <a:cxn ang="0">
                    <a:pos x="connsiteX3" y="connsiteY3"/>
                  </a:cxn>
                </a:cxnLst>
                <a:rect l="l" t="t" r="r" b="b"/>
                <a:pathLst>
                  <a:path w="234061" h="469">
                    <a:moveTo>
                      <a:pt x="0" y="0"/>
                    </a:moveTo>
                    <a:lnTo>
                      <a:pt x="234061" y="0"/>
                    </a:lnTo>
                    <a:lnTo>
                      <a:pt x="234061" y="470"/>
                    </a:lnTo>
                    <a:lnTo>
                      <a:pt x="0" y="470"/>
                    </a:lnTo>
                    <a:close/>
                  </a:path>
                </a:pathLst>
              </a:custGeom>
              <a:solidFill>
                <a:srgbClr val="FDE725"/>
              </a:solidFill>
              <a:ln w="13589" cap="flat">
                <a:noFill/>
                <a:prstDash val="solid"/>
                <a:miter/>
              </a:ln>
            </p:spPr>
            <p:txBody>
              <a:bodyPr rtlCol="0" anchor="ctr"/>
              <a:lstStyle/>
              <a:p>
                <a:endParaRPr lang="en-GB"/>
              </a:p>
            </p:txBody>
          </p:sp>
          <p:sp>
            <p:nvSpPr>
              <p:cNvPr id="34" name="Free-form: Shape 33">
                <a:extLst>
                  <a:ext uri="{FF2B5EF4-FFF2-40B4-BE49-F238E27FC236}">
                    <a16:creationId xmlns:a16="http://schemas.microsoft.com/office/drawing/2014/main" id="{C5E515A7-5A9E-C924-4D80-0A58C81405C8}"/>
                  </a:ext>
                </a:extLst>
              </p:cNvPr>
              <p:cNvSpPr/>
              <p:nvPr/>
            </p:nvSpPr>
            <p:spPr>
              <a:xfrm>
                <a:off x="2161031" y="5241035"/>
                <a:ext cx="166369" cy="12700"/>
              </a:xfrm>
              <a:custGeom>
                <a:avLst/>
                <a:gdLst>
                  <a:gd name="connsiteX0" fmla="*/ 0 w 166369"/>
                  <a:gd name="connsiteY0" fmla="*/ 0 h 12700"/>
                  <a:gd name="connsiteX1" fmla="*/ 166370 w 166369"/>
                  <a:gd name="connsiteY1" fmla="*/ 0 h 12700"/>
                </a:gdLst>
                <a:ahLst/>
                <a:cxnLst>
                  <a:cxn ang="0">
                    <a:pos x="connsiteX0" y="connsiteY0"/>
                  </a:cxn>
                  <a:cxn ang="0">
                    <a:pos x="connsiteX1" y="connsiteY1"/>
                  </a:cxn>
                </a:cxnLst>
                <a:rect l="l" t="t" r="r" b="b"/>
                <a:pathLst>
                  <a:path w="166369" h="12700">
                    <a:moveTo>
                      <a:pt x="0" y="0"/>
                    </a:moveTo>
                    <a:lnTo>
                      <a:pt x="166370" y="0"/>
                    </a:lnTo>
                  </a:path>
                </a:pathLst>
              </a:custGeom>
              <a:noFill/>
              <a:ln w="13589" cap="flat">
                <a:solidFill>
                  <a:srgbClr val="000000">
                    <a:alpha val="70000"/>
                  </a:srgbClr>
                </a:solidFill>
                <a:prstDash val="solid"/>
                <a:round/>
              </a:ln>
            </p:spPr>
            <p:txBody>
              <a:bodyPr rtlCol="0" anchor="ctr"/>
              <a:lstStyle/>
              <a:p>
                <a:endParaRPr lang="en-GB"/>
              </a:p>
            </p:txBody>
          </p:sp>
          <p:sp>
            <p:nvSpPr>
              <p:cNvPr id="35" name="Free-form: Shape 34">
                <a:extLst>
                  <a:ext uri="{FF2B5EF4-FFF2-40B4-BE49-F238E27FC236}">
                    <a16:creationId xmlns:a16="http://schemas.microsoft.com/office/drawing/2014/main" id="{154E9395-C293-3066-EB3C-26534D1FD54B}"/>
                  </a:ext>
                </a:extLst>
              </p:cNvPr>
              <p:cNvSpPr/>
              <p:nvPr/>
            </p:nvSpPr>
            <p:spPr>
              <a:xfrm>
                <a:off x="2244216" y="5241035"/>
                <a:ext cx="12700" cy="5588"/>
              </a:xfrm>
              <a:custGeom>
                <a:avLst/>
                <a:gdLst>
                  <a:gd name="connsiteX0" fmla="*/ 0 w 12700"/>
                  <a:gd name="connsiteY0" fmla="*/ 0 h 5588"/>
                  <a:gd name="connsiteX1" fmla="*/ 0 w 12700"/>
                  <a:gd name="connsiteY1" fmla="*/ 5588 h 5588"/>
                </a:gdLst>
                <a:ahLst/>
                <a:cxnLst>
                  <a:cxn ang="0">
                    <a:pos x="connsiteX0" y="connsiteY0"/>
                  </a:cxn>
                  <a:cxn ang="0">
                    <a:pos x="connsiteX1" y="connsiteY1"/>
                  </a:cxn>
                </a:cxnLst>
                <a:rect l="l" t="t" r="r" b="b"/>
                <a:pathLst>
                  <a:path w="12700" h="5588">
                    <a:moveTo>
                      <a:pt x="0" y="0"/>
                    </a:moveTo>
                    <a:lnTo>
                      <a:pt x="0" y="5588"/>
                    </a:lnTo>
                  </a:path>
                </a:pathLst>
              </a:custGeom>
              <a:noFill/>
              <a:ln w="13589" cap="flat">
                <a:solidFill>
                  <a:srgbClr val="000000">
                    <a:alpha val="70000"/>
                  </a:srgbClr>
                </a:solidFill>
                <a:prstDash val="solid"/>
                <a:round/>
              </a:ln>
            </p:spPr>
            <p:txBody>
              <a:bodyPr rtlCol="0" anchor="ctr"/>
              <a:lstStyle/>
              <a:p>
                <a:endParaRPr lang="en-GB"/>
              </a:p>
            </p:txBody>
          </p:sp>
          <p:sp>
            <p:nvSpPr>
              <p:cNvPr id="36" name="Free-form: Shape 35">
                <a:extLst>
                  <a:ext uri="{FF2B5EF4-FFF2-40B4-BE49-F238E27FC236}">
                    <a16:creationId xmlns:a16="http://schemas.microsoft.com/office/drawing/2014/main" id="{A83A022E-48B1-30C7-97BF-2CF5D59A13AF}"/>
                  </a:ext>
                </a:extLst>
              </p:cNvPr>
              <p:cNvSpPr/>
              <p:nvPr/>
            </p:nvSpPr>
            <p:spPr>
              <a:xfrm>
                <a:off x="2161031" y="5246623"/>
                <a:ext cx="166369" cy="12700"/>
              </a:xfrm>
              <a:custGeom>
                <a:avLst/>
                <a:gdLst>
                  <a:gd name="connsiteX0" fmla="*/ 0 w 166369"/>
                  <a:gd name="connsiteY0" fmla="*/ 0 h 12700"/>
                  <a:gd name="connsiteX1" fmla="*/ 166370 w 166369"/>
                  <a:gd name="connsiteY1" fmla="*/ 0 h 12700"/>
                </a:gdLst>
                <a:ahLst/>
                <a:cxnLst>
                  <a:cxn ang="0">
                    <a:pos x="connsiteX0" y="connsiteY0"/>
                  </a:cxn>
                  <a:cxn ang="0">
                    <a:pos x="connsiteX1" y="connsiteY1"/>
                  </a:cxn>
                </a:cxnLst>
                <a:rect l="l" t="t" r="r" b="b"/>
                <a:pathLst>
                  <a:path w="166369" h="12700">
                    <a:moveTo>
                      <a:pt x="0" y="0"/>
                    </a:moveTo>
                    <a:lnTo>
                      <a:pt x="166370" y="0"/>
                    </a:lnTo>
                  </a:path>
                </a:pathLst>
              </a:custGeom>
              <a:noFill/>
              <a:ln w="13589" cap="flat">
                <a:solidFill>
                  <a:srgbClr val="000000">
                    <a:alpha val="70000"/>
                  </a:srgbClr>
                </a:solidFill>
                <a:prstDash val="solid"/>
                <a:round/>
              </a:ln>
            </p:spPr>
            <p:txBody>
              <a:bodyPr rtlCol="0" anchor="ctr"/>
              <a:lstStyle/>
              <a:p>
                <a:endParaRPr lang="en-GB"/>
              </a:p>
            </p:txBody>
          </p:sp>
          <p:sp>
            <p:nvSpPr>
              <p:cNvPr id="37" name="Free-form: Shape 36">
                <a:extLst>
                  <a:ext uri="{FF2B5EF4-FFF2-40B4-BE49-F238E27FC236}">
                    <a16:creationId xmlns:a16="http://schemas.microsoft.com/office/drawing/2014/main" id="{D958C216-D52F-B811-EE54-CF84F17A4566}"/>
                  </a:ext>
                </a:extLst>
              </p:cNvPr>
              <p:cNvSpPr/>
              <p:nvPr/>
            </p:nvSpPr>
            <p:spPr>
              <a:xfrm>
                <a:off x="2577083" y="5245734"/>
                <a:ext cx="166497" cy="12700"/>
              </a:xfrm>
              <a:custGeom>
                <a:avLst/>
                <a:gdLst>
                  <a:gd name="connsiteX0" fmla="*/ 0 w 166497"/>
                  <a:gd name="connsiteY0" fmla="*/ 0 h 12700"/>
                  <a:gd name="connsiteX1" fmla="*/ 166497 w 166497"/>
                  <a:gd name="connsiteY1" fmla="*/ 0 h 12700"/>
                </a:gdLst>
                <a:ahLst/>
                <a:cxnLst>
                  <a:cxn ang="0">
                    <a:pos x="connsiteX0" y="connsiteY0"/>
                  </a:cxn>
                  <a:cxn ang="0">
                    <a:pos x="connsiteX1" y="connsiteY1"/>
                  </a:cxn>
                </a:cxnLst>
                <a:rect l="l" t="t" r="r" b="b"/>
                <a:pathLst>
                  <a:path w="166497" h="12700">
                    <a:moveTo>
                      <a:pt x="0" y="0"/>
                    </a:moveTo>
                    <a:lnTo>
                      <a:pt x="166497" y="0"/>
                    </a:lnTo>
                  </a:path>
                </a:pathLst>
              </a:custGeom>
              <a:noFill/>
              <a:ln w="13589" cap="flat">
                <a:solidFill>
                  <a:srgbClr val="000000">
                    <a:alpha val="70000"/>
                  </a:srgbClr>
                </a:solidFill>
                <a:prstDash val="solid"/>
                <a:round/>
              </a:ln>
            </p:spPr>
            <p:txBody>
              <a:bodyPr rtlCol="0" anchor="ctr"/>
              <a:lstStyle/>
              <a:p>
                <a:endParaRPr lang="en-GB"/>
              </a:p>
            </p:txBody>
          </p:sp>
          <p:sp>
            <p:nvSpPr>
              <p:cNvPr id="38" name="Free-form: Shape 37">
                <a:extLst>
                  <a:ext uri="{FF2B5EF4-FFF2-40B4-BE49-F238E27FC236}">
                    <a16:creationId xmlns:a16="http://schemas.microsoft.com/office/drawing/2014/main" id="{A5BCB530-17FF-C586-83B3-1A0FB807EB94}"/>
                  </a:ext>
                </a:extLst>
              </p:cNvPr>
              <p:cNvSpPr/>
              <p:nvPr/>
            </p:nvSpPr>
            <p:spPr>
              <a:xfrm>
                <a:off x="2660269" y="5245734"/>
                <a:ext cx="12700" cy="127"/>
              </a:xfrm>
              <a:custGeom>
                <a:avLst/>
                <a:gdLst>
                  <a:gd name="connsiteX0" fmla="*/ 0 w 12700"/>
                  <a:gd name="connsiteY0" fmla="*/ 0 h 127"/>
                  <a:gd name="connsiteX1" fmla="*/ 0 w 12700"/>
                  <a:gd name="connsiteY1" fmla="*/ 127 h 127"/>
                </a:gdLst>
                <a:ahLst/>
                <a:cxnLst>
                  <a:cxn ang="0">
                    <a:pos x="connsiteX0" y="connsiteY0"/>
                  </a:cxn>
                  <a:cxn ang="0">
                    <a:pos x="connsiteX1" y="connsiteY1"/>
                  </a:cxn>
                </a:cxnLst>
                <a:rect l="l" t="t" r="r" b="b"/>
                <a:pathLst>
                  <a:path w="12700" h="127">
                    <a:moveTo>
                      <a:pt x="0" y="0"/>
                    </a:moveTo>
                    <a:lnTo>
                      <a:pt x="0" y="127"/>
                    </a:lnTo>
                  </a:path>
                </a:pathLst>
              </a:custGeom>
              <a:noFill/>
              <a:ln w="13589" cap="flat">
                <a:solidFill>
                  <a:srgbClr val="000000">
                    <a:alpha val="70000"/>
                  </a:srgbClr>
                </a:solidFill>
                <a:prstDash val="solid"/>
                <a:round/>
              </a:ln>
            </p:spPr>
            <p:txBody>
              <a:bodyPr rtlCol="0" anchor="ctr"/>
              <a:lstStyle/>
              <a:p>
                <a:endParaRPr lang="en-GB"/>
              </a:p>
            </p:txBody>
          </p:sp>
          <p:sp>
            <p:nvSpPr>
              <p:cNvPr id="39" name="Free-form: Shape 38">
                <a:extLst>
                  <a:ext uri="{FF2B5EF4-FFF2-40B4-BE49-F238E27FC236}">
                    <a16:creationId xmlns:a16="http://schemas.microsoft.com/office/drawing/2014/main" id="{52E1FF8D-2E38-35D4-6EA5-3E82ACF20D11}"/>
                  </a:ext>
                </a:extLst>
              </p:cNvPr>
              <p:cNvSpPr/>
              <p:nvPr/>
            </p:nvSpPr>
            <p:spPr>
              <a:xfrm>
                <a:off x="2577083" y="5245861"/>
                <a:ext cx="166497" cy="12700"/>
              </a:xfrm>
              <a:custGeom>
                <a:avLst/>
                <a:gdLst>
                  <a:gd name="connsiteX0" fmla="*/ 0 w 166497"/>
                  <a:gd name="connsiteY0" fmla="*/ 0 h 12700"/>
                  <a:gd name="connsiteX1" fmla="*/ 166497 w 166497"/>
                  <a:gd name="connsiteY1" fmla="*/ 0 h 12700"/>
                </a:gdLst>
                <a:ahLst/>
                <a:cxnLst>
                  <a:cxn ang="0">
                    <a:pos x="connsiteX0" y="connsiteY0"/>
                  </a:cxn>
                  <a:cxn ang="0">
                    <a:pos x="connsiteX1" y="connsiteY1"/>
                  </a:cxn>
                </a:cxnLst>
                <a:rect l="l" t="t" r="r" b="b"/>
                <a:pathLst>
                  <a:path w="166497" h="12700">
                    <a:moveTo>
                      <a:pt x="0" y="0"/>
                    </a:moveTo>
                    <a:lnTo>
                      <a:pt x="166497" y="0"/>
                    </a:lnTo>
                  </a:path>
                </a:pathLst>
              </a:custGeom>
              <a:noFill/>
              <a:ln w="13589" cap="flat">
                <a:solidFill>
                  <a:srgbClr val="000000">
                    <a:alpha val="70000"/>
                  </a:srgbClr>
                </a:solidFill>
                <a:prstDash val="solid"/>
                <a:round/>
              </a:ln>
            </p:spPr>
            <p:txBody>
              <a:bodyPr rtlCol="0" anchor="ctr"/>
              <a:lstStyle/>
              <a:p>
                <a:endParaRPr lang="en-GB"/>
              </a:p>
            </p:txBody>
          </p:sp>
          <p:sp>
            <p:nvSpPr>
              <p:cNvPr id="40" name="Free-form: Shape 39">
                <a:extLst>
                  <a:ext uri="{FF2B5EF4-FFF2-40B4-BE49-F238E27FC236}">
                    <a16:creationId xmlns:a16="http://schemas.microsoft.com/office/drawing/2014/main" id="{5DA1D9D8-F96E-7375-9606-2BB55E516975}"/>
                  </a:ext>
                </a:extLst>
              </p:cNvPr>
              <p:cNvSpPr/>
              <p:nvPr/>
            </p:nvSpPr>
            <p:spPr>
              <a:xfrm>
                <a:off x="2993136" y="5220589"/>
                <a:ext cx="166496" cy="12700"/>
              </a:xfrm>
              <a:custGeom>
                <a:avLst/>
                <a:gdLst>
                  <a:gd name="connsiteX0" fmla="*/ 0 w 166496"/>
                  <a:gd name="connsiteY0" fmla="*/ 0 h 12700"/>
                  <a:gd name="connsiteX1" fmla="*/ 166497 w 166496"/>
                  <a:gd name="connsiteY1" fmla="*/ 0 h 12700"/>
                </a:gdLst>
                <a:ahLst/>
                <a:cxnLst>
                  <a:cxn ang="0">
                    <a:pos x="connsiteX0" y="connsiteY0"/>
                  </a:cxn>
                  <a:cxn ang="0">
                    <a:pos x="connsiteX1" y="connsiteY1"/>
                  </a:cxn>
                </a:cxnLst>
                <a:rect l="l" t="t" r="r" b="b"/>
                <a:pathLst>
                  <a:path w="166496" h="12700">
                    <a:moveTo>
                      <a:pt x="0" y="0"/>
                    </a:moveTo>
                    <a:lnTo>
                      <a:pt x="166497" y="0"/>
                    </a:lnTo>
                  </a:path>
                </a:pathLst>
              </a:custGeom>
              <a:noFill/>
              <a:ln w="13589" cap="flat">
                <a:solidFill>
                  <a:srgbClr val="000000">
                    <a:alpha val="70000"/>
                  </a:srgbClr>
                </a:solidFill>
                <a:prstDash val="solid"/>
                <a:round/>
              </a:ln>
            </p:spPr>
            <p:txBody>
              <a:bodyPr rtlCol="0" anchor="ctr"/>
              <a:lstStyle/>
              <a:p>
                <a:endParaRPr lang="en-GB"/>
              </a:p>
            </p:txBody>
          </p:sp>
          <p:sp>
            <p:nvSpPr>
              <p:cNvPr id="41" name="Free-form: Shape 40">
                <a:extLst>
                  <a:ext uri="{FF2B5EF4-FFF2-40B4-BE49-F238E27FC236}">
                    <a16:creationId xmlns:a16="http://schemas.microsoft.com/office/drawing/2014/main" id="{268A8149-1FCD-E747-985F-9333EE6BCB4B}"/>
                  </a:ext>
                </a:extLst>
              </p:cNvPr>
              <p:cNvSpPr/>
              <p:nvPr/>
            </p:nvSpPr>
            <p:spPr>
              <a:xfrm>
                <a:off x="3076447" y="5220589"/>
                <a:ext cx="12700" cy="14096"/>
              </a:xfrm>
              <a:custGeom>
                <a:avLst/>
                <a:gdLst>
                  <a:gd name="connsiteX0" fmla="*/ 0 w 12700"/>
                  <a:gd name="connsiteY0" fmla="*/ 0 h 14096"/>
                  <a:gd name="connsiteX1" fmla="*/ 0 w 12700"/>
                  <a:gd name="connsiteY1" fmla="*/ 14097 h 14096"/>
                </a:gdLst>
                <a:ahLst/>
                <a:cxnLst>
                  <a:cxn ang="0">
                    <a:pos x="connsiteX0" y="connsiteY0"/>
                  </a:cxn>
                  <a:cxn ang="0">
                    <a:pos x="connsiteX1" y="connsiteY1"/>
                  </a:cxn>
                </a:cxnLst>
                <a:rect l="l" t="t" r="r" b="b"/>
                <a:pathLst>
                  <a:path w="12700" h="14096">
                    <a:moveTo>
                      <a:pt x="0" y="0"/>
                    </a:moveTo>
                    <a:lnTo>
                      <a:pt x="0" y="14097"/>
                    </a:lnTo>
                  </a:path>
                </a:pathLst>
              </a:custGeom>
              <a:noFill/>
              <a:ln w="13589" cap="flat">
                <a:solidFill>
                  <a:srgbClr val="000000">
                    <a:alpha val="70000"/>
                  </a:srgbClr>
                </a:solidFill>
                <a:prstDash val="solid"/>
                <a:round/>
              </a:ln>
            </p:spPr>
            <p:txBody>
              <a:bodyPr rtlCol="0" anchor="ctr"/>
              <a:lstStyle/>
              <a:p>
                <a:endParaRPr lang="en-GB"/>
              </a:p>
            </p:txBody>
          </p:sp>
          <p:sp>
            <p:nvSpPr>
              <p:cNvPr id="42" name="Free-form: Shape 41">
                <a:extLst>
                  <a:ext uri="{FF2B5EF4-FFF2-40B4-BE49-F238E27FC236}">
                    <a16:creationId xmlns:a16="http://schemas.microsoft.com/office/drawing/2014/main" id="{2C4DCC35-5B84-6250-5B3A-4C357DBA5A79}"/>
                  </a:ext>
                </a:extLst>
              </p:cNvPr>
              <p:cNvSpPr/>
              <p:nvPr/>
            </p:nvSpPr>
            <p:spPr>
              <a:xfrm>
                <a:off x="2993136" y="5234685"/>
                <a:ext cx="166496" cy="12700"/>
              </a:xfrm>
              <a:custGeom>
                <a:avLst/>
                <a:gdLst>
                  <a:gd name="connsiteX0" fmla="*/ 0 w 166496"/>
                  <a:gd name="connsiteY0" fmla="*/ 0 h 12700"/>
                  <a:gd name="connsiteX1" fmla="*/ 166497 w 166496"/>
                  <a:gd name="connsiteY1" fmla="*/ 0 h 12700"/>
                </a:gdLst>
                <a:ahLst/>
                <a:cxnLst>
                  <a:cxn ang="0">
                    <a:pos x="connsiteX0" y="connsiteY0"/>
                  </a:cxn>
                  <a:cxn ang="0">
                    <a:pos x="connsiteX1" y="connsiteY1"/>
                  </a:cxn>
                </a:cxnLst>
                <a:rect l="l" t="t" r="r" b="b"/>
                <a:pathLst>
                  <a:path w="166496" h="12700">
                    <a:moveTo>
                      <a:pt x="0" y="0"/>
                    </a:moveTo>
                    <a:lnTo>
                      <a:pt x="166497" y="0"/>
                    </a:lnTo>
                  </a:path>
                </a:pathLst>
              </a:custGeom>
              <a:noFill/>
              <a:ln w="13589" cap="flat">
                <a:solidFill>
                  <a:srgbClr val="000000">
                    <a:alpha val="70000"/>
                  </a:srgbClr>
                </a:solidFill>
                <a:prstDash val="solid"/>
                <a:round/>
              </a:ln>
            </p:spPr>
            <p:txBody>
              <a:bodyPr rtlCol="0" anchor="ctr"/>
              <a:lstStyle/>
              <a:p>
                <a:endParaRPr lang="en-GB"/>
              </a:p>
            </p:txBody>
          </p:sp>
          <p:sp>
            <p:nvSpPr>
              <p:cNvPr id="43" name="Free-form: Shape 42">
                <a:extLst>
                  <a:ext uri="{FF2B5EF4-FFF2-40B4-BE49-F238E27FC236}">
                    <a16:creationId xmlns:a16="http://schemas.microsoft.com/office/drawing/2014/main" id="{E59B849B-0FB1-F795-3D61-04097EA563E9}"/>
                  </a:ext>
                </a:extLst>
              </p:cNvPr>
              <p:cNvSpPr/>
              <p:nvPr/>
            </p:nvSpPr>
            <p:spPr>
              <a:xfrm>
                <a:off x="4002151" y="5216397"/>
                <a:ext cx="124841" cy="12700"/>
              </a:xfrm>
              <a:custGeom>
                <a:avLst/>
                <a:gdLst>
                  <a:gd name="connsiteX0" fmla="*/ 0 w 124841"/>
                  <a:gd name="connsiteY0" fmla="*/ 0 h 12700"/>
                  <a:gd name="connsiteX1" fmla="*/ 124841 w 124841"/>
                  <a:gd name="connsiteY1" fmla="*/ 0 h 12700"/>
                </a:gdLst>
                <a:ahLst/>
                <a:cxnLst>
                  <a:cxn ang="0">
                    <a:pos x="connsiteX0" y="connsiteY0"/>
                  </a:cxn>
                  <a:cxn ang="0">
                    <a:pos x="connsiteX1" y="connsiteY1"/>
                  </a:cxn>
                </a:cxnLst>
                <a:rect l="l" t="t" r="r" b="b"/>
                <a:pathLst>
                  <a:path w="124841" h="12700">
                    <a:moveTo>
                      <a:pt x="0" y="0"/>
                    </a:moveTo>
                    <a:lnTo>
                      <a:pt x="124841" y="0"/>
                    </a:lnTo>
                  </a:path>
                </a:pathLst>
              </a:custGeom>
              <a:noFill/>
              <a:ln w="13589" cap="flat">
                <a:solidFill>
                  <a:srgbClr val="000000">
                    <a:alpha val="70000"/>
                  </a:srgbClr>
                </a:solidFill>
                <a:prstDash val="solid"/>
                <a:round/>
              </a:ln>
            </p:spPr>
            <p:txBody>
              <a:bodyPr rtlCol="0" anchor="ctr"/>
              <a:lstStyle/>
              <a:p>
                <a:endParaRPr lang="en-GB"/>
              </a:p>
            </p:txBody>
          </p:sp>
          <p:sp>
            <p:nvSpPr>
              <p:cNvPr id="44" name="Free-form: Shape 43">
                <a:extLst>
                  <a:ext uri="{FF2B5EF4-FFF2-40B4-BE49-F238E27FC236}">
                    <a16:creationId xmlns:a16="http://schemas.microsoft.com/office/drawing/2014/main" id="{EDCBDD12-1FC0-CB28-A7D4-FB94669E524F}"/>
                  </a:ext>
                </a:extLst>
              </p:cNvPr>
              <p:cNvSpPr/>
              <p:nvPr/>
            </p:nvSpPr>
            <p:spPr>
              <a:xfrm>
                <a:off x="4064635" y="5216397"/>
                <a:ext cx="12700" cy="18161"/>
              </a:xfrm>
              <a:custGeom>
                <a:avLst/>
                <a:gdLst>
                  <a:gd name="connsiteX0" fmla="*/ 0 w 12700"/>
                  <a:gd name="connsiteY0" fmla="*/ 0 h 18161"/>
                  <a:gd name="connsiteX1" fmla="*/ 0 w 12700"/>
                  <a:gd name="connsiteY1" fmla="*/ 18161 h 18161"/>
                </a:gdLst>
                <a:ahLst/>
                <a:cxnLst>
                  <a:cxn ang="0">
                    <a:pos x="connsiteX0" y="connsiteY0"/>
                  </a:cxn>
                  <a:cxn ang="0">
                    <a:pos x="connsiteX1" y="connsiteY1"/>
                  </a:cxn>
                </a:cxnLst>
                <a:rect l="l" t="t" r="r" b="b"/>
                <a:pathLst>
                  <a:path w="12700" h="18161">
                    <a:moveTo>
                      <a:pt x="0" y="0"/>
                    </a:moveTo>
                    <a:lnTo>
                      <a:pt x="0" y="18161"/>
                    </a:lnTo>
                  </a:path>
                </a:pathLst>
              </a:custGeom>
              <a:noFill/>
              <a:ln w="13589" cap="flat">
                <a:solidFill>
                  <a:srgbClr val="000000">
                    <a:alpha val="70000"/>
                  </a:srgbClr>
                </a:solidFill>
                <a:prstDash val="solid"/>
                <a:round/>
              </a:ln>
            </p:spPr>
            <p:txBody>
              <a:bodyPr rtlCol="0" anchor="ctr"/>
              <a:lstStyle/>
              <a:p>
                <a:endParaRPr lang="en-GB"/>
              </a:p>
            </p:txBody>
          </p:sp>
          <p:sp>
            <p:nvSpPr>
              <p:cNvPr id="45" name="Free-form: Shape 44">
                <a:extLst>
                  <a:ext uri="{FF2B5EF4-FFF2-40B4-BE49-F238E27FC236}">
                    <a16:creationId xmlns:a16="http://schemas.microsoft.com/office/drawing/2014/main" id="{7273821C-0ABC-8F8A-2419-05A0CDD94558}"/>
                  </a:ext>
                </a:extLst>
              </p:cNvPr>
              <p:cNvSpPr/>
              <p:nvPr/>
            </p:nvSpPr>
            <p:spPr>
              <a:xfrm>
                <a:off x="4002151" y="5234559"/>
                <a:ext cx="124841" cy="12700"/>
              </a:xfrm>
              <a:custGeom>
                <a:avLst/>
                <a:gdLst>
                  <a:gd name="connsiteX0" fmla="*/ 0 w 124841"/>
                  <a:gd name="connsiteY0" fmla="*/ 0 h 12700"/>
                  <a:gd name="connsiteX1" fmla="*/ 124841 w 124841"/>
                  <a:gd name="connsiteY1" fmla="*/ 0 h 12700"/>
                </a:gdLst>
                <a:ahLst/>
                <a:cxnLst>
                  <a:cxn ang="0">
                    <a:pos x="connsiteX0" y="connsiteY0"/>
                  </a:cxn>
                  <a:cxn ang="0">
                    <a:pos x="connsiteX1" y="connsiteY1"/>
                  </a:cxn>
                </a:cxnLst>
                <a:rect l="l" t="t" r="r" b="b"/>
                <a:pathLst>
                  <a:path w="124841" h="12700">
                    <a:moveTo>
                      <a:pt x="0" y="0"/>
                    </a:moveTo>
                    <a:lnTo>
                      <a:pt x="124841" y="0"/>
                    </a:lnTo>
                  </a:path>
                </a:pathLst>
              </a:custGeom>
              <a:noFill/>
              <a:ln w="13589" cap="flat">
                <a:solidFill>
                  <a:srgbClr val="000000">
                    <a:alpha val="70000"/>
                  </a:srgbClr>
                </a:solidFill>
                <a:prstDash val="solid"/>
                <a:round/>
              </a:ln>
            </p:spPr>
            <p:txBody>
              <a:bodyPr rtlCol="0" anchor="ctr"/>
              <a:lstStyle/>
              <a:p>
                <a:endParaRPr lang="en-GB"/>
              </a:p>
            </p:txBody>
          </p:sp>
          <p:sp>
            <p:nvSpPr>
              <p:cNvPr id="46" name="Free-form: Shape 45">
                <a:extLst>
                  <a:ext uri="{FF2B5EF4-FFF2-40B4-BE49-F238E27FC236}">
                    <a16:creationId xmlns:a16="http://schemas.microsoft.com/office/drawing/2014/main" id="{EF3F7087-CB5A-62DF-4E38-76390BF5B3CE}"/>
                  </a:ext>
                </a:extLst>
              </p:cNvPr>
              <p:cNvSpPr/>
              <p:nvPr/>
            </p:nvSpPr>
            <p:spPr>
              <a:xfrm>
                <a:off x="4314189" y="5243448"/>
                <a:ext cx="124841" cy="12700"/>
              </a:xfrm>
              <a:custGeom>
                <a:avLst/>
                <a:gdLst>
                  <a:gd name="connsiteX0" fmla="*/ 0 w 124841"/>
                  <a:gd name="connsiteY0" fmla="*/ 0 h 12700"/>
                  <a:gd name="connsiteX1" fmla="*/ 124841 w 124841"/>
                  <a:gd name="connsiteY1" fmla="*/ 0 h 12700"/>
                </a:gdLst>
                <a:ahLst/>
                <a:cxnLst>
                  <a:cxn ang="0">
                    <a:pos x="connsiteX0" y="connsiteY0"/>
                  </a:cxn>
                  <a:cxn ang="0">
                    <a:pos x="connsiteX1" y="connsiteY1"/>
                  </a:cxn>
                </a:cxnLst>
                <a:rect l="l" t="t" r="r" b="b"/>
                <a:pathLst>
                  <a:path w="124841" h="12700">
                    <a:moveTo>
                      <a:pt x="0" y="0"/>
                    </a:moveTo>
                    <a:lnTo>
                      <a:pt x="124841" y="0"/>
                    </a:lnTo>
                  </a:path>
                </a:pathLst>
              </a:custGeom>
              <a:noFill/>
              <a:ln w="13589" cap="flat">
                <a:solidFill>
                  <a:srgbClr val="000000">
                    <a:alpha val="70000"/>
                  </a:srgbClr>
                </a:solidFill>
                <a:prstDash val="solid"/>
                <a:round/>
              </a:ln>
            </p:spPr>
            <p:txBody>
              <a:bodyPr rtlCol="0" anchor="ctr"/>
              <a:lstStyle/>
              <a:p>
                <a:endParaRPr lang="en-GB"/>
              </a:p>
            </p:txBody>
          </p:sp>
          <p:sp>
            <p:nvSpPr>
              <p:cNvPr id="47" name="Free-form: Shape 46">
                <a:extLst>
                  <a:ext uri="{FF2B5EF4-FFF2-40B4-BE49-F238E27FC236}">
                    <a16:creationId xmlns:a16="http://schemas.microsoft.com/office/drawing/2014/main" id="{5E49F0E9-1FDA-3434-46D8-8CF364C926B9}"/>
                  </a:ext>
                </a:extLst>
              </p:cNvPr>
              <p:cNvSpPr/>
              <p:nvPr/>
            </p:nvSpPr>
            <p:spPr>
              <a:xfrm>
                <a:off x="4376673" y="5243448"/>
                <a:ext cx="12700" cy="3175"/>
              </a:xfrm>
              <a:custGeom>
                <a:avLst/>
                <a:gdLst>
                  <a:gd name="connsiteX0" fmla="*/ 0 w 12700"/>
                  <a:gd name="connsiteY0" fmla="*/ 0 h 3175"/>
                  <a:gd name="connsiteX1" fmla="*/ 0 w 12700"/>
                  <a:gd name="connsiteY1" fmla="*/ 3175 h 3175"/>
                </a:gdLst>
                <a:ahLst/>
                <a:cxnLst>
                  <a:cxn ang="0">
                    <a:pos x="connsiteX0" y="connsiteY0"/>
                  </a:cxn>
                  <a:cxn ang="0">
                    <a:pos x="connsiteX1" y="connsiteY1"/>
                  </a:cxn>
                </a:cxnLst>
                <a:rect l="l" t="t" r="r" b="b"/>
                <a:pathLst>
                  <a:path w="12700" h="3175">
                    <a:moveTo>
                      <a:pt x="0" y="0"/>
                    </a:moveTo>
                    <a:lnTo>
                      <a:pt x="0" y="3175"/>
                    </a:lnTo>
                  </a:path>
                </a:pathLst>
              </a:custGeom>
              <a:noFill/>
              <a:ln w="13589" cap="flat">
                <a:solidFill>
                  <a:srgbClr val="000000">
                    <a:alpha val="70000"/>
                  </a:srgbClr>
                </a:solidFill>
                <a:prstDash val="solid"/>
                <a:round/>
              </a:ln>
            </p:spPr>
            <p:txBody>
              <a:bodyPr rtlCol="0" anchor="ctr"/>
              <a:lstStyle/>
              <a:p>
                <a:endParaRPr lang="en-GB"/>
              </a:p>
            </p:txBody>
          </p:sp>
          <p:sp>
            <p:nvSpPr>
              <p:cNvPr id="48" name="Free-form: Shape 47">
                <a:extLst>
                  <a:ext uri="{FF2B5EF4-FFF2-40B4-BE49-F238E27FC236}">
                    <a16:creationId xmlns:a16="http://schemas.microsoft.com/office/drawing/2014/main" id="{3345E1FB-B69B-0783-24D0-B68295482BAE}"/>
                  </a:ext>
                </a:extLst>
              </p:cNvPr>
              <p:cNvSpPr/>
              <p:nvPr/>
            </p:nvSpPr>
            <p:spPr>
              <a:xfrm>
                <a:off x="4314189" y="5246623"/>
                <a:ext cx="124841" cy="12700"/>
              </a:xfrm>
              <a:custGeom>
                <a:avLst/>
                <a:gdLst>
                  <a:gd name="connsiteX0" fmla="*/ 0 w 124841"/>
                  <a:gd name="connsiteY0" fmla="*/ 0 h 12700"/>
                  <a:gd name="connsiteX1" fmla="*/ 124841 w 124841"/>
                  <a:gd name="connsiteY1" fmla="*/ 0 h 12700"/>
                </a:gdLst>
                <a:ahLst/>
                <a:cxnLst>
                  <a:cxn ang="0">
                    <a:pos x="connsiteX0" y="connsiteY0"/>
                  </a:cxn>
                  <a:cxn ang="0">
                    <a:pos x="connsiteX1" y="connsiteY1"/>
                  </a:cxn>
                </a:cxnLst>
                <a:rect l="l" t="t" r="r" b="b"/>
                <a:pathLst>
                  <a:path w="124841" h="12700">
                    <a:moveTo>
                      <a:pt x="0" y="0"/>
                    </a:moveTo>
                    <a:lnTo>
                      <a:pt x="124841" y="0"/>
                    </a:lnTo>
                  </a:path>
                </a:pathLst>
              </a:custGeom>
              <a:noFill/>
              <a:ln w="13589" cap="flat">
                <a:solidFill>
                  <a:srgbClr val="000000">
                    <a:alpha val="70000"/>
                  </a:srgbClr>
                </a:solidFill>
                <a:prstDash val="solid"/>
                <a:round/>
              </a:ln>
            </p:spPr>
            <p:txBody>
              <a:bodyPr rtlCol="0" anchor="ctr"/>
              <a:lstStyle/>
              <a:p>
                <a:endParaRPr lang="en-GB"/>
              </a:p>
            </p:txBody>
          </p:sp>
          <p:sp>
            <p:nvSpPr>
              <p:cNvPr id="49" name="Free-form: Shape 48">
                <a:extLst>
                  <a:ext uri="{FF2B5EF4-FFF2-40B4-BE49-F238E27FC236}">
                    <a16:creationId xmlns:a16="http://schemas.microsoft.com/office/drawing/2014/main" id="{4C0226A8-1560-8E5B-9A53-DCCD278F14C7}"/>
                  </a:ext>
                </a:extLst>
              </p:cNvPr>
              <p:cNvSpPr/>
              <p:nvPr/>
            </p:nvSpPr>
            <p:spPr>
              <a:xfrm>
                <a:off x="4626229" y="5124322"/>
                <a:ext cx="124841" cy="12700"/>
              </a:xfrm>
              <a:custGeom>
                <a:avLst/>
                <a:gdLst>
                  <a:gd name="connsiteX0" fmla="*/ 0 w 124841"/>
                  <a:gd name="connsiteY0" fmla="*/ 0 h 12700"/>
                  <a:gd name="connsiteX1" fmla="*/ 124841 w 124841"/>
                  <a:gd name="connsiteY1" fmla="*/ 0 h 12700"/>
                </a:gdLst>
                <a:ahLst/>
                <a:cxnLst>
                  <a:cxn ang="0">
                    <a:pos x="connsiteX0" y="connsiteY0"/>
                  </a:cxn>
                  <a:cxn ang="0">
                    <a:pos x="connsiteX1" y="connsiteY1"/>
                  </a:cxn>
                </a:cxnLst>
                <a:rect l="l" t="t" r="r" b="b"/>
                <a:pathLst>
                  <a:path w="124841" h="12700">
                    <a:moveTo>
                      <a:pt x="0" y="0"/>
                    </a:moveTo>
                    <a:lnTo>
                      <a:pt x="124841" y="0"/>
                    </a:lnTo>
                  </a:path>
                </a:pathLst>
              </a:custGeom>
              <a:noFill/>
              <a:ln w="13589" cap="flat">
                <a:solidFill>
                  <a:srgbClr val="000000">
                    <a:alpha val="70000"/>
                  </a:srgbClr>
                </a:solidFill>
                <a:prstDash val="solid"/>
                <a:round/>
              </a:ln>
            </p:spPr>
            <p:txBody>
              <a:bodyPr rtlCol="0" anchor="ctr"/>
              <a:lstStyle/>
              <a:p>
                <a:endParaRPr lang="en-GB"/>
              </a:p>
            </p:txBody>
          </p:sp>
          <p:sp>
            <p:nvSpPr>
              <p:cNvPr id="50" name="Free-form: Shape 49">
                <a:extLst>
                  <a:ext uri="{FF2B5EF4-FFF2-40B4-BE49-F238E27FC236}">
                    <a16:creationId xmlns:a16="http://schemas.microsoft.com/office/drawing/2014/main" id="{20B98C9E-F9DB-122F-ED9C-788B95F39F21}"/>
                  </a:ext>
                </a:extLst>
              </p:cNvPr>
              <p:cNvSpPr/>
              <p:nvPr/>
            </p:nvSpPr>
            <p:spPr>
              <a:xfrm>
                <a:off x="4688713" y="5124322"/>
                <a:ext cx="12700" cy="82296"/>
              </a:xfrm>
              <a:custGeom>
                <a:avLst/>
                <a:gdLst>
                  <a:gd name="connsiteX0" fmla="*/ 0 w 12700"/>
                  <a:gd name="connsiteY0" fmla="*/ 0 h 82296"/>
                  <a:gd name="connsiteX1" fmla="*/ 0 w 12700"/>
                  <a:gd name="connsiteY1" fmla="*/ 82296 h 82296"/>
                </a:gdLst>
                <a:ahLst/>
                <a:cxnLst>
                  <a:cxn ang="0">
                    <a:pos x="connsiteX0" y="connsiteY0"/>
                  </a:cxn>
                  <a:cxn ang="0">
                    <a:pos x="connsiteX1" y="connsiteY1"/>
                  </a:cxn>
                </a:cxnLst>
                <a:rect l="l" t="t" r="r" b="b"/>
                <a:pathLst>
                  <a:path w="12700" h="82296">
                    <a:moveTo>
                      <a:pt x="0" y="0"/>
                    </a:moveTo>
                    <a:lnTo>
                      <a:pt x="0" y="82296"/>
                    </a:lnTo>
                  </a:path>
                </a:pathLst>
              </a:custGeom>
              <a:noFill/>
              <a:ln w="13589" cap="flat">
                <a:solidFill>
                  <a:srgbClr val="000000">
                    <a:alpha val="70000"/>
                  </a:srgbClr>
                </a:solidFill>
                <a:prstDash val="solid"/>
                <a:round/>
              </a:ln>
            </p:spPr>
            <p:txBody>
              <a:bodyPr rtlCol="0" anchor="ctr"/>
              <a:lstStyle/>
              <a:p>
                <a:endParaRPr lang="en-GB"/>
              </a:p>
            </p:txBody>
          </p:sp>
          <p:sp>
            <p:nvSpPr>
              <p:cNvPr id="51" name="Free-form: Shape 50">
                <a:extLst>
                  <a:ext uri="{FF2B5EF4-FFF2-40B4-BE49-F238E27FC236}">
                    <a16:creationId xmlns:a16="http://schemas.microsoft.com/office/drawing/2014/main" id="{D1AD6959-72CF-29C4-6217-F75BBC551A69}"/>
                  </a:ext>
                </a:extLst>
              </p:cNvPr>
              <p:cNvSpPr/>
              <p:nvPr/>
            </p:nvSpPr>
            <p:spPr>
              <a:xfrm>
                <a:off x="4626229" y="5206619"/>
                <a:ext cx="124841" cy="12700"/>
              </a:xfrm>
              <a:custGeom>
                <a:avLst/>
                <a:gdLst>
                  <a:gd name="connsiteX0" fmla="*/ 0 w 124841"/>
                  <a:gd name="connsiteY0" fmla="*/ 0 h 12700"/>
                  <a:gd name="connsiteX1" fmla="*/ 124841 w 124841"/>
                  <a:gd name="connsiteY1" fmla="*/ 0 h 12700"/>
                </a:gdLst>
                <a:ahLst/>
                <a:cxnLst>
                  <a:cxn ang="0">
                    <a:pos x="connsiteX0" y="connsiteY0"/>
                  </a:cxn>
                  <a:cxn ang="0">
                    <a:pos x="connsiteX1" y="connsiteY1"/>
                  </a:cxn>
                </a:cxnLst>
                <a:rect l="l" t="t" r="r" b="b"/>
                <a:pathLst>
                  <a:path w="124841" h="12700">
                    <a:moveTo>
                      <a:pt x="0" y="0"/>
                    </a:moveTo>
                    <a:lnTo>
                      <a:pt x="124841" y="0"/>
                    </a:lnTo>
                  </a:path>
                </a:pathLst>
              </a:custGeom>
              <a:noFill/>
              <a:ln w="13589" cap="flat">
                <a:solidFill>
                  <a:srgbClr val="000000">
                    <a:alpha val="70000"/>
                  </a:srgbClr>
                </a:solidFill>
                <a:prstDash val="solid"/>
                <a:round/>
              </a:ln>
            </p:spPr>
            <p:txBody>
              <a:bodyPr rtlCol="0" anchor="ctr"/>
              <a:lstStyle/>
              <a:p>
                <a:endParaRPr lang="en-GB"/>
              </a:p>
            </p:txBody>
          </p:sp>
        </p:grpSp>
        <p:grpSp>
          <p:nvGrpSpPr>
            <p:cNvPr id="52" name="Graphic 6">
              <a:extLst>
                <a:ext uri="{FF2B5EF4-FFF2-40B4-BE49-F238E27FC236}">
                  <a16:creationId xmlns:a16="http://schemas.microsoft.com/office/drawing/2014/main" id="{400D4330-394A-CC1D-81ED-D5AF1B011CE8}"/>
                </a:ext>
              </a:extLst>
            </p:cNvPr>
            <p:cNvGrpSpPr/>
            <p:nvPr/>
          </p:nvGrpSpPr>
          <p:grpSpPr>
            <a:xfrm>
              <a:off x="5351526" y="1499616"/>
              <a:ext cx="3211321" cy="3929633"/>
              <a:chOff x="5351526" y="1499616"/>
              <a:chExt cx="3211321" cy="3929633"/>
            </a:xfrm>
          </p:grpSpPr>
          <p:sp>
            <p:nvSpPr>
              <p:cNvPr id="53" name="Free-form: Shape 52">
                <a:extLst>
                  <a:ext uri="{FF2B5EF4-FFF2-40B4-BE49-F238E27FC236}">
                    <a16:creationId xmlns:a16="http://schemas.microsoft.com/office/drawing/2014/main" id="{B97DBB06-50BC-2C33-76F2-89AFF04C69DB}"/>
                  </a:ext>
                </a:extLst>
              </p:cNvPr>
              <p:cNvSpPr/>
              <p:nvPr/>
            </p:nvSpPr>
            <p:spPr>
              <a:xfrm>
                <a:off x="5351526" y="4840223"/>
                <a:ext cx="3211321" cy="12700"/>
              </a:xfrm>
              <a:custGeom>
                <a:avLst/>
                <a:gdLst>
                  <a:gd name="connsiteX0" fmla="*/ 0 w 3211321"/>
                  <a:gd name="connsiteY0" fmla="*/ 0 h 12700"/>
                  <a:gd name="connsiteX1" fmla="*/ 3211322 w 3211321"/>
                  <a:gd name="connsiteY1" fmla="*/ 0 h 12700"/>
                </a:gdLst>
                <a:ahLst/>
                <a:cxnLst>
                  <a:cxn ang="0">
                    <a:pos x="connsiteX0" y="connsiteY0"/>
                  </a:cxn>
                  <a:cxn ang="0">
                    <a:pos x="connsiteX1" y="connsiteY1"/>
                  </a:cxn>
                </a:cxnLst>
                <a:rect l="l" t="t" r="r" b="b"/>
                <a:pathLst>
                  <a:path w="3211321" h="12700">
                    <a:moveTo>
                      <a:pt x="0" y="0"/>
                    </a:moveTo>
                    <a:lnTo>
                      <a:pt x="3211322" y="0"/>
                    </a:lnTo>
                  </a:path>
                </a:pathLst>
              </a:custGeom>
              <a:noFill/>
              <a:ln w="8001" cap="flat">
                <a:solidFill>
                  <a:srgbClr val="EBEBEB"/>
                </a:solidFill>
                <a:prstDash val="solid"/>
                <a:round/>
              </a:ln>
            </p:spPr>
            <p:txBody>
              <a:bodyPr rtlCol="0" anchor="ctr"/>
              <a:lstStyle/>
              <a:p>
                <a:endParaRPr lang="en-GB"/>
              </a:p>
            </p:txBody>
          </p:sp>
          <p:sp>
            <p:nvSpPr>
              <p:cNvPr id="54" name="Free-form: Shape 53">
                <a:extLst>
                  <a:ext uri="{FF2B5EF4-FFF2-40B4-BE49-F238E27FC236}">
                    <a16:creationId xmlns:a16="http://schemas.microsoft.com/office/drawing/2014/main" id="{49C10F3E-3EC6-2EA9-832A-2D7BA46A7DB4}"/>
                  </a:ext>
                </a:extLst>
              </p:cNvPr>
              <p:cNvSpPr/>
              <p:nvPr/>
            </p:nvSpPr>
            <p:spPr>
              <a:xfrm>
                <a:off x="5351526" y="4019677"/>
                <a:ext cx="3211321" cy="12700"/>
              </a:xfrm>
              <a:custGeom>
                <a:avLst/>
                <a:gdLst>
                  <a:gd name="connsiteX0" fmla="*/ 0 w 3211321"/>
                  <a:gd name="connsiteY0" fmla="*/ 0 h 12700"/>
                  <a:gd name="connsiteX1" fmla="*/ 3211322 w 3211321"/>
                  <a:gd name="connsiteY1" fmla="*/ 0 h 12700"/>
                </a:gdLst>
                <a:ahLst/>
                <a:cxnLst>
                  <a:cxn ang="0">
                    <a:pos x="connsiteX0" y="connsiteY0"/>
                  </a:cxn>
                  <a:cxn ang="0">
                    <a:pos x="connsiteX1" y="connsiteY1"/>
                  </a:cxn>
                </a:cxnLst>
                <a:rect l="l" t="t" r="r" b="b"/>
                <a:pathLst>
                  <a:path w="3211321" h="12700">
                    <a:moveTo>
                      <a:pt x="0" y="0"/>
                    </a:moveTo>
                    <a:lnTo>
                      <a:pt x="3211322" y="0"/>
                    </a:lnTo>
                  </a:path>
                </a:pathLst>
              </a:custGeom>
              <a:noFill/>
              <a:ln w="8001" cap="flat">
                <a:solidFill>
                  <a:srgbClr val="EBEBEB"/>
                </a:solidFill>
                <a:prstDash val="solid"/>
                <a:round/>
              </a:ln>
            </p:spPr>
            <p:txBody>
              <a:bodyPr rtlCol="0" anchor="ctr"/>
              <a:lstStyle/>
              <a:p>
                <a:endParaRPr lang="en-GB"/>
              </a:p>
            </p:txBody>
          </p:sp>
          <p:sp>
            <p:nvSpPr>
              <p:cNvPr id="55" name="Free-form: Shape 54">
                <a:extLst>
                  <a:ext uri="{FF2B5EF4-FFF2-40B4-BE49-F238E27FC236}">
                    <a16:creationId xmlns:a16="http://schemas.microsoft.com/office/drawing/2014/main" id="{46E315CA-FFA4-1371-8E08-BF0D3A30A66C}"/>
                  </a:ext>
                </a:extLst>
              </p:cNvPr>
              <p:cNvSpPr/>
              <p:nvPr/>
            </p:nvSpPr>
            <p:spPr>
              <a:xfrm>
                <a:off x="5351526" y="3199002"/>
                <a:ext cx="3211321" cy="12700"/>
              </a:xfrm>
              <a:custGeom>
                <a:avLst/>
                <a:gdLst>
                  <a:gd name="connsiteX0" fmla="*/ 0 w 3211321"/>
                  <a:gd name="connsiteY0" fmla="*/ 0 h 12700"/>
                  <a:gd name="connsiteX1" fmla="*/ 3211322 w 3211321"/>
                  <a:gd name="connsiteY1" fmla="*/ 0 h 12700"/>
                </a:gdLst>
                <a:ahLst/>
                <a:cxnLst>
                  <a:cxn ang="0">
                    <a:pos x="connsiteX0" y="connsiteY0"/>
                  </a:cxn>
                  <a:cxn ang="0">
                    <a:pos x="connsiteX1" y="connsiteY1"/>
                  </a:cxn>
                </a:cxnLst>
                <a:rect l="l" t="t" r="r" b="b"/>
                <a:pathLst>
                  <a:path w="3211321" h="12700">
                    <a:moveTo>
                      <a:pt x="0" y="0"/>
                    </a:moveTo>
                    <a:lnTo>
                      <a:pt x="3211322" y="0"/>
                    </a:lnTo>
                  </a:path>
                </a:pathLst>
              </a:custGeom>
              <a:noFill/>
              <a:ln w="8001" cap="flat">
                <a:solidFill>
                  <a:srgbClr val="EBEBEB"/>
                </a:solidFill>
                <a:prstDash val="solid"/>
                <a:round/>
              </a:ln>
            </p:spPr>
            <p:txBody>
              <a:bodyPr rtlCol="0" anchor="ctr"/>
              <a:lstStyle/>
              <a:p>
                <a:endParaRPr lang="en-GB"/>
              </a:p>
            </p:txBody>
          </p:sp>
          <p:sp>
            <p:nvSpPr>
              <p:cNvPr id="56" name="Free-form: Shape 55">
                <a:extLst>
                  <a:ext uri="{FF2B5EF4-FFF2-40B4-BE49-F238E27FC236}">
                    <a16:creationId xmlns:a16="http://schemas.microsoft.com/office/drawing/2014/main" id="{7D7F1E5F-5F6C-B293-F9D7-492A04204DE9}"/>
                  </a:ext>
                </a:extLst>
              </p:cNvPr>
              <p:cNvSpPr/>
              <p:nvPr/>
            </p:nvSpPr>
            <p:spPr>
              <a:xfrm>
                <a:off x="5351526" y="2378329"/>
                <a:ext cx="3211321" cy="12700"/>
              </a:xfrm>
              <a:custGeom>
                <a:avLst/>
                <a:gdLst>
                  <a:gd name="connsiteX0" fmla="*/ 0 w 3211321"/>
                  <a:gd name="connsiteY0" fmla="*/ 0 h 12700"/>
                  <a:gd name="connsiteX1" fmla="*/ 3211322 w 3211321"/>
                  <a:gd name="connsiteY1" fmla="*/ 0 h 12700"/>
                </a:gdLst>
                <a:ahLst/>
                <a:cxnLst>
                  <a:cxn ang="0">
                    <a:pos x="connsiteX0" y="connsiteY0"/>
                  </a:cxn>
                  <a:cxn ang="0">
                    <a:pos x="connsiteX1" y="connsiteY1"/>
                  </a:cxn>
                </a:cxnLst>
                <a:rect l="l" t="t" r="r" b="b"/>
                <a:pathLst>
                  <a:path w="3211321" h="12700">
                    <a:moveTo>
                      <a:pt x="0" y="0"/>
                    </a:moveTo>
                    <a:lnTo>
                      <a:pt x="3211322" y="0"/>
                    </a:lnTo>
                  </a:path>
                </a:pathLst>
              </a:custGeom>
              <a:noFill/>
              <a:ln w="8001" cap="flat">
                <a:solidFill>
                  <a:srgbClr val="EBEBEB"/>
                </a:solidFill>
                <a:prstDash val="solid"/>
                <a:round/>
              </a:ln>
            </p:spPr>
            <p:txBody>
              <a:bodyPr rtlCol="0" anchor="ctr"/>
              <a:lstStyle/>
              <a:p>
                <a:endParaRPr lang="en-GB"/>
              </a:p>
            </p:txBody>
          </p:sp>
          <p:sp>
            <p:nvSpPr>
              <p:cNvPr id="57" name="Free-form: Shape 56">
                <a:extLst>
                  <a:ext uri="{FF2B5EF4-FFF2-40B4-BE49-F238E27FC236}">
                    <a16:creationId xmlns:a16="http://schemas.microsoft.com/office/drawing/2014/main" id="{AF1F3A48-D658-B322-45D5-B03B5FB71FEA}"/>
                  </a:ext>
                </a:extLst>
              </p:cNvPr>
              <p:cNvSpPr/>
              <p:nvPr/>
            </p:nvSpPr>
            <p:spPr>
              <a:xfrm>
                <a:off x="5351526" y="1557655"/>
                <a:ext cx="3211321" cy="12700"/>
              </a:xfrm>
              <a:custGeom>
                <a:avLst/>
                <a:gdLst>
                  <a:gd name="connsiteX0" fmla="*/ 0 w 3211321"/>
                  <a:gd name="connsiteY0" fmla="*/ 0 h 12700"/>
                  <a:gd name="connsiteX1" fmla="*/ 3211322 w 3211321"/>
                  <a:gd name="connsiteY1" fmla="*/ 0 h 12700"/>
                </a:gdLst>
                <a:ahLst/>
                <a:cxnLst>
                  <a:cxn ang="0">
                    <a:pos x="connsiteX0" y="connsiteY0"/>
                  </a:cxn>
                  <a:cxn ang="0">
                    <a:pos x="connsiteX1" y="connsiteY1"/>
                  </a:cxn>
                </a:cxnLst>
                <a:rect l="l" t="t" r="r" b="b"/>
                <a:pathLst>
                  <a:path w="3211321" h="12700">
                    <a:moveTo>
                      <a:pt x="0" y="0"/>
                    </a:moveTo>
                    <a:lnTo>
                      <a:pt x="3211322" y="0"/>
                    </a:lnTo>
                  </a:path>
                </a:pathLst>
              </a:custGeom>
              <a:noFill/>
              <a:ln w="8001" cap="flat">
                <a:solidFill>
                  <a:srgbClr val="EBEBEB"/>
                </a:solidFill>
                <a:prstDash val="solid"/>
                <a:round/>
              </a:ln>
            </p:spPr>
            <p:txBody>
              <a:bodyPr rtlCol="0" anchor="ctr"/>
              <a:lstStyle/>
              <a:p>
                <a:endParaRPr lang="en-GB"/>
              </a:p>
            </p:txBody>
          </p:sp>
          <p:sp>
            <p:nvSpPr>
              <p:cNvPr id="58" name="Free-form: Shape 57">
                <a:extLst>
                  <a:ext uri="{FF2B5EF4-FFF2-40B4-BE49-F238E27FC236}">
                    <a16:creationId xmlns:a16="http://schemas.microsoft.com/office/drawing/2014/main" id="{E4CDD463-D16A-2F8F-6A5D-130E0B960E37}"/>
                  </a:ext>
                </a:extLst>
              </p:cNvPr>
              <p:cNvSpPr/>
              <p:nvPr/>
            </p:nvSpPr>
            <p:spPr>
              <a:xfrm>
                <a:off x="6041135" y="1499616"/>
                <a:ext cx="12700" cy="3929633"/>
              </a:xfrm>
              <a:custGeom>
                <a:avLst/>
                <a:gdLst>
                  <a:gd name="connsiteX0" fmla="*/ 0 w 12700"/>
                  <a:gd name="connsiteY0" fmla="*/ 3929634 h 3929633"/>
                  <a:gd name="connsiteX1" fmla="*/ 0 w 12700"/>
                  <a:gd name="connsiteY1" fmla="*/ 0 h 3929633"/>
                </a:gdLst>
                <a:ahLst/>
                <a:cxnLst>
                  <a:cxn ang="0">
                    <a:pos x="connsiteX0" y="connsiteY0"/>
                  </a:cxn>
                  <a:cxn ang="0">
                    <a:pos x="connsiteX1" y="connsiteY1"/>
                  </a:cxn>
                </a:cxnLst>
                <a:rect l="l" t="t" r="r" b="b"/>
                <a:pathLst>
                  <a:path w="12700" h="3929633">
                    <a:moveTo>
                      <a:pt x="0" y="3929634"/>
                    </a:moveTo>
                    <a:lnTo>
                      <a:pt x="0" y="0"/>
                    </a:lnTo>
                  </a:path>
                </a:pathLst>
              </a:custGeom>
              <a:noFill/>
              <a:ln w="8001" cap="flat">
                <a:solidFill>
                  <a:srgbClr val="EBEBEB"/>
                </a:solidFill>
                <a:prstDash val="solid"/>
                <a:round/>
              </a:ln>
            </p:spPr>
            <p:txBody>
              <a:bodyPr rtlCol="0" anchor="ctr"/>
              <a:lstStyle/>
              <a:p>
                <a:endParaRPr lang="en-GB"/>
              </a:p>
            </p:txBody>
          </p:sp>
          <p:sp>
            <p:nvSpPr>
              <p:cNvPr id="59" name="Free-form: Shape 58">
                <a:extLst>
                  <a:ext uri="{FF2B5EF4-FFF2-40B4-BE49-F238E27FC236}">
                    <a16:creationId xmlns:a16="http://schemas.microsoft.com/office/drawing/2014/main" id="{B742EB22-C897-6328-4B85-C40EC3F7B672}"/>
                  </a:ext>
                </a:extLst>
              </p:cNvPr>
              <p:cNvSpPr/>
              <p:nvPr/>
            </p:nvSpPr>
            <p:spPr>
              <a:xfrm>
                <a:off x="6887971" y="1499616"/>
                <a:ext cx="12700" cy="3929633"/>
              </a:xfrm>
              <a:custGeom>
                <a:avLst/>
                <a:gdLst>
                  <a:gd name="connsiteX0" fmla="*/ 0 w 12700"/>
                  <a:gd name="connsiteY0" fmla="*/ 3929634 h 3929633"/>
                  <a:gd name="connsiteX1" fmla="*/ 0 w 12700"/>
                  <a:gd name="connsiteY1" fmla="*/ 0 h 3929633"/>
                </a:gdLst>
                <a:ahLst/>
                <a:cxnLst>
                  <a:cxn ang="0">
                    <a:pos x="connsiteX0" y="connsiteY0"/>
                  </a:cxn>
                  <a:cxn ang="0">
                    <a:pos x="connsiteX1" y="connsiteY1"/>
                  </a:cxn>
                </a:cxnLst>
                <a:rect l="l" t="t" r="r" b="b"/>
                <a:pathLst>
                  <a:path w="12700" h="3929633">
                    <a:moveTo>
                      <a:pt x="0" y="3929634"/>
                    </a:moveTo>
                    <a:lnTo>
                      <a:pt x="0" y="0"/>
                    </a:lnTo>
                  </a:path>
                </a:pathLst>
              </a:custGeom>
              <a:noFill/>
              <a:ln w="8001" cap="flat">
                <a:solidFill>
                  <a:srgbClr val="EBEBEB"/>
                </a:solidFill>
                <a:prstDash val="solid"/>
                <a:round/>
              </a:ln>
            </p:spPr>
            <p:txBody>
              <a:bodyPr rtlCol="0" anchor="ctr"/>
              <a:lstStyle/>
              <a:p>
                <a:endParaRPr lang="en-GB"/>
              </a:p>
            </p:txBody>
          </p:sp>
          <p:sp>
            <p:nvSpPr>
              <p:cNvPr id="60" name="Free-form: Shape 59">
                <a:extLst>
                  <a:ext uri="{FF2B5EF4-FFF2-40B4-BE49-F238E27FC236}">
                    <a16:creationId xmlns:a16="http://schemas.microsoft.com/office/drawing/2014/main" id="{0DF08251-2069-E661-7E80-CDA352ACF3CD}"/>
                  </a:ext>
                </a:extLst>
              </p:cNvPr>
              <p:cNvSpPr/>
              <p:nvPr/>
            </p:nvSpPr>
            <p:spPr>
              <a:xfrm>
                <a:off x="7734680" y="1499616"/>
                <a:ext cx="12700" cy="3929633"/>
              </a:xfrm>
              <a:custGeom>
                <a:avLst/>
                <a:gdLst>
                  <a:gd name="connsiteX0" fmla="*/ 0 w 12700"/>
                  <a:gd name="connsiteY0" fmla="*/ 3929634 h 3929633"/>
                  <a:gd name="connsiteX1" fmla="*/ 0 w 12700"/>
                  <a:gd name="connsiteY1" fmla="*/ 0 h 3929633"/>
                </a:gdLst>
                <a:ahLst/>
                <a:cxnLst>
                  <a:cxn ang="0">
                    <a:pos x="connsiteX0" y="connsiteY0"/>
                  </a:cxn>
                  <a:cxn ang="0">
                    <a:pos x="connsiteX1" y="connsiteY1"/>
                  </a:cxn>
                </a:cxnLst>
                <a:rect l="l" t="t" r="r" b="b"/>
                <a:pathLst>
                  <a:path w="12700" h="3929633">
                    <a:moveTo>
                      <a:pt x="0" y="3929634"/>
                    </a:moveTo>
                    <a:lnTo>
                      <a:pt x="0" y="0"/>
                    </a:lnTo>
                  </a:path>
                </a:pathLst>
              </a:custGeom>
              <a:noFill/>
              <a:ln w="8001" cap="flat">
                <a:solidFill>
                  <a:srgbClr val="EBEBEB"/>
                </a:solidFill>
                <a:prstDash val="solid"/>
                <a:round/>
              </a:ln>
            </p:spPr>
            <p:txBody>
              <a:bodyPr rtlCol="0" anchor="ctr"/>
              <a:lstStyle/>
              <a:p>
                <a:endParaRPr lang="en-GB"/>
              </a:p>
            </p:txBody>
          </p:sp>
          <p:sp>
            <p:nvSpPr>
              <p:cNvPr id="61" name="Free-form: Shape 60">
                <a:extLst>
                  <a:ext uri="{FF2B5EF4-FFF2-40B4-BE49-F238E27FC236}">
                    <a16:creationId xmlns:a16="http://schemas.microsoft.com/office/drawing/2014/main" id="{03302E10-62CE-AA84-3F16-D068F1CE99D2}"/>
                  </a:ext>
                </a:extLst>
              </p:cNvPr>
              <p:cNvSpPr/>
              <p:nvPr/>
            </p:nvSpPr>
            <p:spPr>
              <a:xfrm>
                <a:off x="5351526" y="5250560"/>
                <a:ext cx="3211321" cy="12700"/>
              </a:xfrm>
              <a:custGeom>
                <a:avLst/>
                <a:gdLst>
                  <a:gd name="connsiteX0" fmla="*/ 0 w 3211321"/>
                  <a:gd name="connsiteY0" fmla="*/ 0 h 12700"/>
                  <a:gd name="connsiteX1" fmla="*/ 3211322 w 3211321"/>
                  <a:gd name="connsiteY1" fmla="*/ 0 h 12700"/>
                </a:gdLst>
                <a:ahLst/>
                <a:cxnLst>
                  <a:cxn ang="0">
                    <a:pos x="connsiteX0" y="connsiteY0"/>
                  </a:cxn>
                  <a:cxn ang="0">
                    <a:pos x="connsiteX1" y="connsiteY1"/>
                  </a:cxn>
                </a:cxnLst>
                <a:rect l="l" t="t" r="r" b="b"/>
                <a:pathLst>
                  <a:path w="3211321" h="12700">
                    <a:moveTo>
                      <a:pt x="0" y="0"/>
                    </a:moveTo>
                    <a:lnTo>
                      <a:pt x="3211322" y="0"/>
                    </a:lnTo>
                  </a:path>
                </a:pathLst>
              </a:custGeom>
              <a:noFill/>
              <a:ln w="16002" cap="flat">
                <a:solidFill>
                  <a:srgbClr val="EBEBEB"/>
                </a:solidFill>
                <a:prstDash val="solid"/>
                <a:round/>
              </a:ln>
            </p:spPr>
            <p:txBody>
              <a:bodyPr rtlCol="0" anchor="ctr"/>
              <a:lstStyle/>
              <a:p>
                <a:endParaRPr lang="en-GB"/>
              </a:p>
            </p:txBody>
          </p:sp>
          <p:sp>
            <p:nvSpPr>
              <p:cNvPr id="62" name="Free-form: Shape 61">
                <a:extLst>
                  <a:ext uri="{FF2B5EF4-FFF2-40B4-BE49-F238E27FC236}">
                    <a16:creationId xmlns:a16="http://schemas.microsoft.com/office/drawing/2014/main" id="{CA374081-C966-CE4B-80B8-DF37C0540E7D}"/>
                  </a:ext>
                </a:extLst>
              </p:cNvPr>
              <p:cNvSpPr/>
              <p:nvPr/>
            </p:nvSpPr>
            <p:spPr>
              <a:xfrm>
                <a:off x="5351526" y="4430014"/>
                <a:ext cx="3211321" cy="12700"/>
              </a:xfrm>
              <a:custGeom>
                <a:avLst/>
                <a:gdLst>
                  <a:gd name="connsiteX0" fmla="*/ 0 w 3211321"/>
                  <a:gd name="connsiteY0" fmla="*/ 0 h 12700"/>
                  <a:gd name="connsiteX1" fmla="*/ 3211322 w 3211321"/>
                  <a:gd name="connsiteY1" fmla="*/ 0 h 12700"/>
                </a:gdLst>
                <a:ahLst/>
                <a:cxnLst>
                  <a:cxn ang="0">
                    <a:pos x="connsiteX0" y="connsiteY0"/>
                  </a:cxn>
                  <a:cxn ang="0">
                    <a:pos x="connsiteX1" y="connsiteY1"/>
                  </a:cxn>
                </a:cxnLst>
                <a:rect l="l" t="t" r="r" b="b"/>
                <a:pathLst>
                  <a:path w="3211321" h="12700">
                    <a:moveTo>
                      <a:pt x="0" y="0"/>
                    </a:moveTo>
                    <a:lnTo>
                      <a:pt x="3211322" y="0"/>
                    </a:lnTo>
                  </a:path>
                </a:pathLst>
              </a:custGeom>
              <a:noFill/>
              <a:ln w="16002" cap="flat">
                <a:solidFill>
                  <a:srgbClr val="EBEBEB"/>
                </a:solidFill>
                <a:prstDash val="solid"/>
                <a:round/>
              </a:ln>
            </p:spPr>
            <p:txBody>
              <a:bodyPr rtlCol="0" anchor="ctr"/>
              <a:lstStyle/>
              <a:p>
                <a:endParaRPr lang="en-GB"/>
              </a:p>
            </p:txBody>
          </p:sp>
          <p:sp>
            <p:nvSpPr>
              <p:cNvPr id="63" name="Free-form: Shape 62">
                <a:extLst>
                  <a:ext uri="{FF2B5EF4-FFF2-40B4-BE49-F238E27FC236}">
                    <a16:creationId xmlns:a16="http://schemas.microsoft.com/office/drawing/2014/main" id="{8BEF9D92-5ACE-3C53-3DD6-91CBA5F9354B}"/>
                  </a:ext>
                </a:extLst>
              </p:cNvPr>
              <p:cNvSpPr/>
              <p:nvPr/>
            </p:nvSpPr>
            <p:spPr>
              <a:xfrm>
                <a:off x="5351526" y="3609339"/>
                <a:ext cx="3211321" cy="12700"/>
              </a:xfrm>
              <a:custGeom>
                <a:avLst/>
                <a:gdLst>
                  <a:gd name="connsiteX0" fmla="*/ 0 w 3211321"/>
                  <a:gd name="connsiteY0" fmla="*/ 0 h 12700"/>
                  <a:gd name="connsiteX1" fmla="*/ 3211322 w 3211321"/>
                  <a:gd name="connsiteY1" fmla="*/ 0 h 12700"/>
                </a:gdLst>
                <a:ahLst/>
                <a:cxnLst>
                  <a:cxn ang="0">
                    <a:pos x="connsiteX0" y="connsiteY0"/>
                  </a:cxn>
                  <a:cxn ang="0">
                    <a:pos x="connsiteX1" y="connsiteY1"/>
                  </a:cxn>
                </a:cxnLst>
                <a:rect l="l" t="t" r="r" b="b"/>
                <a:pathLst>
                  <a:path w="3211321" h="12700">
                    <a:moveTo>
                      <a:pt x="0" y="0"/>
                    </a:moveTo>
                    <a:lnTo>
                      <a:pt x="3211322" y="0"/>
                    </a:lnTo>
                  </a:path>
                </a:pathLst>
              </a:custGeom>
              <a:noFill/>
              <a:ln w="16002" cap="flat">
                <a:solidFill>
                  <a:srgbClr val="EBEBEB"/>
                </a:solidFill>
                <a:prstDash val="solid"/>
                <a:round/>
              </a:ln>
            </p:spPr>
            <p:txBody>
              <a:bodyPr rtlCol="0" anchor="ctr"/>
              <a:lstStyle/>
              <a:p>
                <a:endParaRPr lang="en-GB"/>
              </a:p>
            </p:txBody>
          </p:sp>
          <p:sp>
            <p:nvSpPr>
              <p:cNvPr id="64" name="Free-form: Shape 63">
                <a:extLst>
                  <a:ext uri="{FF2B5EF4-FFF2-40B4-BE49-F238E27FC236}">
                    <a16:creationId xmlns:a16="http://schemas.microsoft.com/office/drawing/2014/main" id="{B6ECB44D-A282-7E1E-4DC4-ECA25F71620D}"/>
                  </a:ext>
                </a:extLst>
              </p:cNvPr>
              <p:cNvSpPr/>
              <p:nvPr/>
            </p:nvSpPr>
            <p:spPr>
              <a:xfrm>
                <a:off x="5351526" y="2788666"/>
                <a:ext cx="3211321" cy="12700"/>
              </a:xfrm>
              <a:custGeom>
                <a:avLst/>
                <a:gdLst>
                  <a:gd name="connsiteX0" fmla="*/ 0 w 3211321"/>
                  <a:gd name="connsiteY0" fmla="*/ 0 h 12700"/>
                  <a:gd name="connsiteX1" fmla="*/ 3211322 w 3211321"/>
                  <a:gd name="connsiteY1" fmla="*/ 0 h 12700"/>
                </a:gdLst>
                <a:ahLst/>
                <a:cxnLst>
                  <a:cxn ang="0">
                    <a:pos x="connsiteX0" y="connsiteY0"/>
                  </a:cxn>
                  <a:cxn ang="0">
                    <a:pos x="connsiteX1" y="connsiteY1"/>
                  </a:cxn>
                </a:cxnLst>
                <a:rect l="l" t="t" r="r" b="b"/>
                <a:pathLst>
                  <a:path w="3211321" h="12700">
                    <a:moveTo>
                      <a:pt x="0" y="0"/>
                    </a:moveTo>
                    <a:lnTo>
                      <a:pt x="3211322" y="0"/>
                    </a:lnTo>
                  </a:path>
                </a:pathLst>
              </a:custGeom>
              <a:noFill/>
              <a:ln w="16002" cap="flat">
                <a:solidFill>
                  <a:srgbClr val="EBEBEB"/>
                </a:solidFill>
                <a:prstDash val="solid"/>
                <a:round/>
              </a:ln>
            </p:spPr>
            <p:txBody>
              <a:bodyPr rtlCol="0" anchor="ctr"/>
              <a:lstStyle/>
              <a:p>
                <a:endParaRPr lang="en-GB"/>
              </a:p>
            </p:txBody>
          </p:sp>
          <p:sp>
            <p:nvSpPr>
              <p:cNvPr id="65" name="Free-form: Shape 64">
                <a:extLst>
                  <a:ext uri="{FF2B5EF4-FFF2-40B4-BE49-F238E27FC236}">
                    <a16:creationId xmlns:a16="http://schemas.microsoft.com/office/drawing/2014/main" id="{17B426B8-DC4B-1D5B-1C1E-4723174BFF56}"/>
                  </a:ext>
                </a:extLst>
              </p:cNvPr>
              <p:cNvSpPr/>
              <p:nvPr/>
            </p:nvSpPr>
            <p:spPr>
              <a:xfrm>
                <a:off x="5351526" y="1967991"/>
                <a:ext cx="3211321" cy="12700"/>
              </a:xfrm>
              <a:custGeom>
                <a:avLst/>
                <a:gdLst>
                  <a:gd name="connsiteX0" fmla="*/ 0 w 3211321"/>
                  <a:gd name="connsiteY0" fmla="*/ 0 h 12700"/>
                  <a:gd name="connsiteX1" fmla="*/ 3211322 w 3211321"/>
                  <a:gd name="connsiteY1" fmla="*/ 0 h 12700"/>
                </a:gdLst>
                <a:ahLst/>
                <a:cxnLst>
                  <a:cxn ang="0">
                    <a:pos x="connsiteX0" y="connsiteY0"/>
                  </a:cxn>
                  <a:cxn ang="0">
                    <a:pos x="connsiteX1" y="connsiteY1"/>
                  </a:cxn>
                </a:cxnLst>
                <a:rect l="l" t="t" r="r" b="b"/>
                <a:pathLst>
                  <a:path w="3211321" h="12700">
                    <a:moveTo>
                      <a:pt x="0" y="0"/>
                    </a:moveTo>
                    <a:lnTo>
                      <a:pt x="3211322" y="0"/>
                    </a:lnTo>
                  </a:path>
                </a:pathLst>
              </a:custGeom>
              <a:noFill/>
              <a:ln w="16002" cap="flat">
                <a:solidFill>
                  <a:srgbClr val="EBEBEB"/>
                </a:solidFill>
                <a:prstDash val="solid"/>
                <a:round/>
              </a:ln>
            </p:spPr>
            <p:txBody>
              <a:bodyPr rtlCol="0" anchor="ctr"/>
              <a:lstStyle/>
              <a:p>
                <a:endParaRPr lang="en-GB"/>
              </a:p>
            </p:txBody>
          </p:sp>
          <p:sp>
            <p:nvSpPr>
              <p:cNvPr id="66" name="Free-form: Shape 65">
                <a:extLst>
                  <a:ext uri="{FF2B5EF4-FFF2-40B4-BE49-F238E27FC236}">
                    <a16:creationId xmlns:a16="http://schemas.microsoft.com/office/drawing/2014/main" id="{04EF429F-D169-E2BE-302A-0177EF878E2F}"/>
                  </a:ext>
                </a:extLst>
              </p:cNvPr>
              <p:cNvSpPr/>
              <p:nvPr/>
            </p:nvSpPr>
            <p:spPr>
              <a:xfrm>
                <a:off x="5624703" y="1499616"/>
                <a:ext cx="12700" cy="3929633"/>
              </a:xfrm>
              <a:custGeom>
                <a:avLst/>
                <a:gdLst>
                  <a:gd name="connsiteX0" fmla="*/ 0 w 12700"/>
                  <a:gd name="connsiteY0" fmla="*/ 3929634 h 3929633"/>
                  <a:gd name="connsiteX1" fmla="*/ 0 w 12700"/>
                  <a:gd name="connsiteY1" fmla="*/ 0 h 3929633"/>
                </a:gdLst>
                <a:ahLst/>
                <a:cxnLst>
                  <a:cxn ang="0">
                    <a:pos x="connsiteX0" y="connsiteY0"/>
                  </a:cxn>
                  <a:cxn ang="0">
                    <a:pos x="connsiteX1" y="connsiteY1"/>
                  </a:cxn>
                </a:cxnLst>
                <a:rect l="l" t="t" r="r" b="b"/>
                <a:pathLst>
                  <a:path w="12700" h="3929633">
                    <a:moveTo>
                      <a:pt x="0" y="3929634"/>
                    </a:moveTo>
                    <a:lnTo>
                      <a:pt x="0" y="0"/>
                    </a:lnTo>
                  </a:path>
                </a:pathLst>
              </a:custGeom>
              <a:noFill/>
              <a:ln w="16002" cap="flat">
                <a:solidFill>
                  <a:srgbClr val="EBEBEB"/>
                </a:solidFill>
                <a:prstDash val="solid"/>
                <a:round/>
              </a:ln>
            </p:spPr>
            <p:txBody>
              <a:bodyPr rtlCol="0" anchor="ctr"/>
              <a:lstStyle/>
              <a:p>
                <a:endParaRPr lang="en-GB"/>
              </a:p>
            </p:txBody>
          </p:sp>
          <p:sp>
            <p:nvSpPr>
              <p:cNvPr id="67" name="Free-form: Shape 66">
                <a:extLst>
                  <a:ext uri="{FF2B5EF4-FFF2-40B4-BE49-F238E27FC236}">
                    <a16:creationId xmlns:a16="http://schemas.microsoft.com/office/drawing/2014/main" id="{3ECA908A-772D-F9BE-5EBC-0ABB5ECD4580}"/>
                  </a:ext>
                </a:extLst>
              </p:cNvPr>
              <p:cNvSpPr/>
              <p:nvPr/>
            </p:nvSpPr>
            <p:spPr>
              <a:xfrm>
                <a:off x="6457569" y="1499616"/>
                <a:ext cx="12700" cy="3929633"/>
              </a:xfrm>
              <a:custGeom>
                <a:avLst/>
                <a:gdLst>
                  <a:gd name="connsiteX0" fmla="*/ 0 w 12700"/>
                  <a:gd name="connsiteY0" fmla="*/ 3929634 h 3929633"/>
                  <a:gd name="connsiteX1" fmla="*/ 0 w 12700"/>
                  <a:gd name="connsiteY1" fmla="*/ 0 h 3929633"/>
                </a:gdLst>
                <a:ahLst/>
                <a:cxnLst>
                  <a:cxn ang="0">
                    <a:pos x="connsiteX0" y="connsiteY0"/>
                  </a:cxn>
                  <a:cxn ang="0">
                    <a:pos x="connsiteX1" y="connsiteY1"/>
                  </a:cxn>
                </a:cxnLst>
                <a:rect l="l" t="t" r="r" b="b"/>
                <a:pathLst>
                  <a:path w="12700" h="3929633">
                    <a:moveTo>
                      <a:pt x="0" y="3929634"/>
                    </a:moveTo>
                    <a:lnTo>
                      <a:pt x="0" y="0"/>
                    </a:lnTo>
                  </a:path>
                </a:pathLst>
              </a:custGeom>
              <a:noFill/>
              <a:ln w="16002" cap="flat">
                <a:solidFill>
                  <a:srgbClr val="EBEBEB"/>
                </a:solidFill>
                <a:prstDash val="solid"/>
                <a:round/>
              </a:ln>
            </p:spPr>
            <p:txBody>
              <a:bodyPr rtlCol="0" anchor="ctr"/>
              <a:lstStyle/>
              <a:p>
                <a:endParaRPr lang="en-GB"/>
              </a:p>
            </p:txBody>
          </p:sp>
          <p:sp>
            <p:nvSpPr>
              <p:cNvPr id="68" name="Free-form: Shape 67">
                <a:extLst>
                  <a:ext uri="{FF2B5EF4-FFF2-40B4-BE49-F238E27FC236}">
                    <a16:creationId xmlns:a16="http://schemas.microsoft.com/office/drawing/2014/main" id="{CF952B8F-E680-8B53-4588-A42ADA0D472D}"/>
                  </a:ext>
                </a:extLst>
              </p:cNvPr>
              <p:cNvSpPr/>
              <p:nvPr/>
            </p:nvSpPr>
            <p:spPr>
              <a:xfrm>
                <a:off x="7318247" y="1499616"/>
                <a:ext cx="12700" cy="3929633"/>
              </a:xfrm>
              <a:custGeom>
                <a:avLst/>
                <a:gdLst>
                  <a:gd name="connsiteX0" fmla="*/ 0 w 12700"/>
                  <a:gd name="connsiteY0" fmla="*/ 3929634 h 3929633"/>
                  <a:gd name="connsiteX1" fmla="*/ 0 w 12700"/>
                  <a:gd name="connsiteY1" fmla="*/ 0 h 3929633"/>
                </a:gdLst>
                <a:ahLst/>
                <a:cxnLst>
                  <a:cxn ang="0">
                    <a:pos x="connsiteX0" y="connsiteY0"/>
                  </a:cxn>
                  <a:cxn ang="0">
                    <a:pos x="connsiteX1" y="connsiteY1"/>
                  </a:cxn>
                </a:cxnLst>
                <a:rect l="l" t="t" r="r" b="b"/>
                <a:pathLst>
                  <a:path w="12700" h="3929633">
                    <a:moveTo>
                      <a:pt x="0" y="3929634"/>
                    </a:moveTo>
                    <a:lnTo>
                      <a:pt x="0" y="0"/>
                    </a:lnTo>
                  </a:path>
                </a:pathLst>
              </a:custGeom>
              <a:noFill/>
              <a:ln w="16002" cap="flat">
                <a:solidFill>
                  <a:srgbClr val="EBEBEB"/>
                </a:solidFill>
                <a:prstDash val="solid"/>
                <a:round/>
              </a:ln>
            </p:spPr>
            <p:txBody>
              <a:bodyPr rtlCol="0" anchor="ctr"/>
              <a:lstStyle/>
              <a:p>
                <a:endParaRPr lang="en-GB"/>
              </a:p>
            </p:txBody>
          </p:sp>
          <p:sp>
            <p:nvSpPr>
              <p:cNvPr id="69" name="Free-form: Shape 68">
                <a:extLst>
                  <a:ext uri="{FF2B5EF4-FFF2-40B4-BE49-F238E27FC236}">
                    <a16:creationId xmlns:a16="http://schemas.microsoft.com/office/drawing/2014/main" id="{CB26ED61-C500-8C37-14F0-21F12C1B1A79}"/>
                  </a:ext>
                </a:extLst>
              </p:cNvPr>
              <p:cNvSpPr/>
              <p:nvPr/>
            </p:nvSpPr>
            <p:spPr>
              <a:xfrm>
                <a:off x="8151114" y="1499616"/>
                <a:ext cx="12700" cy="3929633"/>
              </a:xfrm>
              <a:custGeom>
                <a:avLst/>
                <a:gdLst>
                  <a:gd name="connsiteX0" fmla="*/ 0 w 12700"/>
                  <a:gd name="connsiteY0" fmla="*/ 3929634 h 3929633"/>
                  <a:gd name="connsiteX1" fmla="*/ 0 w 12700"/>
                  <a:gd name="connsiteY1" fmla="*/ 0 h 3929633"/>
                </a:gdLst>
                <a:ahLst/>
                <a:cxnLst>
                  <a:cxn ang="0">
                    <a:pos x="connsiteX0" y="connsiteY0"/>
                  </a:cxn>
                  <a:cxn ang="0">
                    <a:pos x="connsiteX1" y="connsiteY1"/>
                  </a:cxn>
                </a:cxnLst>
                <a:rect l="l" t="t" r="r" b="b"/>
                <a:pathLst>
                  <a:path w="12700" h="3929633">
                    <a:moveTo>
                      <a:pt x="0" y="3929634"/>
                    </a:moveTo>
                    <a:lnTo>
                      <a:pt x="0" y="0"/>
                    </a:lnTo>
                  </a:path>
                </a:pathLst>
              </a:custGeom>
              <a:noFill/>
              <a:ln w="16002" cap="flat">
                <a:solidFill>
                  <a:srgbClr val="EBEBEB"/>
                </a:solidFill>
                <a:prstDash val="solid"/>
                <a:round/>
              </a:ln>
            </p:spPr>
            <p:txBody>
              <a:bodyPr rtlCol="0" anchor="ctr"/>
              <a:lstStyle/>
              <a:p>
                <a:endParaRPr lang="en-GB"/>
              </a:p>
            </p:txBody>
          </p:sp>
          <p:sp>
            <p:nvSpPr>
              <p:cNvPr id="70" name="Free-form: Shape 69">
                <a:extLst>
                  <a:ext uri="{FF2B5EF4-FFF2-40B4-BE49-F238E27FC236}">
                    <a16:creationId xmlns:a16="http://schemas.microsoft.com/office/drawing/2014/main" id="{4CD42539-B32D-1FAA-40AC-D86BB7447CBA}"/>
                  </a:ext>
                </a:extLst>
              </p:cNvPr>
              <p:cNvSpPr/>
              <p:nvPr/>
            </p:nvSpPr>
            <p:spPr>
              <a:xfrm>
                <a:off x="5381752" y="5247386"/>
                <a:ext cx="208279" cy="3175"/>
              </a:xfrm>
              <a:custGeom>
                <a:avLst/>
                <a:gdLst>
                  <a:gd name="connsiteX0" fmla="*/ 0 w 208279"/>
                  <a:gd name="connsiteY0" fmla="*/ 0 h 3175"/>
                  <a:gd name="connsiteX1" fmla="*/ 208280 w 208279"/>
                  <a:gd name="connsiteY1" fmla="*/ 0 h 3175"/>
                  <a:gd name="connsiteX2" fmla="*/ 208280 w 208279"/>
                  <a:gd name="connsiteY2" fmla="*/ 3175 h 3175"/>
                  <a:gd name="connsiteX3" fmla="*/ 0 w 208279"/>
                  <a:gd name="connsiteY3" fmla="*/ 3175 h 3175"/>
                </a:gdLst>
                <a:ahLst/>
                <a:cxnLst>
                  <a:cxn ang="0">
                    <a:pos x="connsiteX0" y="connsiteY0"/>
                  </a:cxn>
                  <a:cxn ang="0">
                    <a:pos x="connsiteX1" y="connsiteY1"/>
                  </a:cxn>
                  <a:cxn ang="0">
                    <a:pos x="connsiteX2" y="connsiteY2"/>
                  </a:cxn>
                  <a:cxn ang="0">
                    <a:pos x="connsiteX3" y="connsiteY3"/>
                  </a:cxn>
                </a:cxnLst>
                <a:rect l="l" t="t" r="r" b="b"/>
                <a:pathLst>
                  <a:path w="208279" h="3175">
                    <a:moveTo>
                      <a:pt x="0" y="0"/>
                    </a:moveTo>
                    <a:lnTo>
                      <a:pt x="208280" y="0"/>
                    </a:lnTo>
                    <a:lnTo>
                      <a:pt x="208280" y="3175"/>
                    </a:lnTo>
                    <a:lnTo>
                      <a:pt x="0" y="3175"/>
                    </a:lnTo>
                    <a:close/>
                  </a:path>
                </a:pathLst>
              </a:custGeom>
              <a:solidFill>
                <a:srgbClr val="440154"/>
              </a:solidFill>
              <a:ln w="13589" cap="flat">
                <a:noFill/>
                <a:prstDash val="solid"/>
                <a:miter/>
              </a:ln>
            </p:spPr>
            <p:txBody>
              <a:bodyPr rtlCol="0" anchor="ctr"/>
              <a:lstStyle/>
              <a:p>
                <a:endParaRPr lang="en-GB"/>
              </a:p>
            </p:txBody>
          </p:sp>
          <p:sp>
            <p:nvSpPr>
              <p:cNvPr id="71" name="Free-form: Shape 70">
                <a:extLst>
                  <a:ext uri="{FF2B5EF4-FFF2-40B4-BE49-F238E27FC236}">
                    <a16:creationId xmlns:a16="http://schemas.microsoft.com/office/drawing/2014/main" id="{BE9F7393-8EF1-783A-704B-FE904AA4760F}"/>
                  </a:ext>
                </a:extLst>
              </p:cNvPr>
              <p:cNvSpPr/>
              <p:nvPr/>
            </p:nvSpPr>
            <p:spPr>
              <a:xfrm>
                <a:off x="5659374" y="5240655"/>
                <a:ext cx="208279" cy="9905"/>
              </a:xfrm>
              <a:custGeom>
                <a:avLst/>
                <a:gdLst>
                  <a:gd name="connsiteX0" fmla="*/ 0 w 208279"/>
                  <a:gd name="connsiteY0" fmla="*/ 0 h 9905"/>
                  <a:gd name="connsiteX1" fmla="*/ 208280 w 208279"/>
                  <a:gd name="connsiteY1" fmla="*/ 0 h 9905"/>
                  <a:gd name="connsiteX2" fmla="*/ 208280 w 208279"/>
                  <a:gd name="connsiteY2" fmla="*/ 9906 h 9905"/>
                  <a:gd name="connsiteX3" fmla="*/ 0 w 208279"/>
                  <a:gd name="connsiteY3" fmla="*/ 9906 h 9905"/>
                </a:gdLst>
                <a:ahLst/>
                <a:cxnLst>
                  <a:cxn ang="0">
                    <a:pos x="connsiteX0" y="connsiteY0"/>
                  </a:cxn>
                  <a:cxn ang="0">
                    <a:pos x="connsiteX1" y="connsiteY1"/>
                  </a:cxn>
                  <a:cxn ang="0">
                    <a:pos x="connsiteX2" y="connsiteY2"/>
                  </a:cxn>
                  <a:cxn ang="0">
                    <a:pos x="connsiteX3" y="connsiteY3"/>
                  </a:cxn>
                </a:cxnLst>
                <a:rect l="l" t="t" r="r" b="b"/>
                <a:pathLst>
                  <a:path w="208279" h="9905">
                    <a:moveTo>
                      <a:pt x="0" y="0"/>
                    </a:moveTo>
                    <a:lnTo>
                      <a:pt x="208280" y="0"/>
                    </a:lnTo>
                    <a:lnTo>
                      <a:pt x="208280" y="9906"/>
                    </a:lnTo>
                    <a:lnTo>
                      <a:pt x="0" y="9906"/>
                    </a:lnTo>
                    <a:close/>
                  </a:path>
                </a:pathLst>
              </a:custGeom>
              <a:solidFill>
                <a:srgbClr val="35B779"/>
              </a:solidFill>
              <a:ln w="13589" cap="flat">
                <a:noFill/>
                <a:prstDash val="solid"/>
                <a:miter/>
              </a:ln>
            </p:spPr>
            <p:txBody>
              <a:bodyPr rtlCol="0" anchor="ctr"/>
              <a:lstStyle/>
              <a:p>
                <a:endParaRPr lang="en-GB"/>
              </a:p>
            </p:txBody>
          </p:sp>
          <p:sp>
            <p:nvSpPr>
              <p:cNvPr id="72" name="Free-form: Shape 71">
                <a:extLst>
                  <a:ext uri="{FF2B5EF4-FFF2-40B4-BE49-F238E27FC236}">
                    <a16:creationId xmlns:a16="http://schemas.microsoft.com/office/drawing/2014/main" id="{4464109A-EF51-6381-6950-E30F0CEFD66C}"/>
                  </a:ext>
                </a:extLst>
              </p:cNvPr>
              <p:cNvSpPr/>
              <p:nvPr/>
            </p:nvSpPr>
            <p:spPr>
              <a:xfrm>
                <a:off x="6197346" y="5186045"/>
                <a:ext cx="104139" cy="64515"/>
              </a:xfrm>
              <a:custGeom>
                <a:avLst/>
                <a:gdLst>
                  <a:gd name="connsiteX0" fmla="*/ 0 w 104139"/>
                  <a:gd name="connsiteY0" fmla="*/ 0 h 64515"/>
                  <a:gd name="connsiteX1" fmla="*/ 104140 w 104139"/>
                  <a:gd name="connsiteY1" fmla="*/ 0 h 64515"/>
                  <a:gd name="connsiteX2" fmla="*/ 104140 w 104139"/>
                  <a:gd name="connsiteY2" fmla="*/ 64516 h 64515"/>
                  <a:gd name="connsiteX3" fmla="*/ 0 w 104139"/>
                  <a:gd name="connsiteY3" fmla="*/ 64516 h 64515"/>
                </a:gdLst>
                <a:ahLst/>
                <a:cxnLst>
                  <a:cxn ang="0">
                    <a:pos x="connsiteX0" y="connsiteY0"/>
                  </a:cxn>
                  <a:cxn ang="0">
                    <a:pos x="connsiteX1" y="connsiteY1"/>
                  </a:cxn>
                  <a:cxn ang="0">
                    <a:pos x="connsiteX2" y="connsiteY2"/>
                  </a:cxn>
                  <a:cxn ang="0">
                    <a:pos x="connsiteX3" y="connsiteY3"/>
                  </a:cxn>
                </a:cxnLst>
                <a:rect l="l" t="t" r="r" b="b"/>
                <a:pathLst>
                  <a:path w="104139" h="64515">
                    <a:moveTo>
                      <a:pt x="0" y="0"/>
                    </a:moveTo>
                    <a:lnTo>
                      <a:pt x="104140" y="0"/>
                    </a:lnTo>
                    <a:lnTo>
                      <a:pt x="104140" y="64516"/>
                    </a:lnTo>
                    <a:lnTo>
                      <a:pt x="0" y="64516"/>
                    </a:lnTo>
                    <a:close/>
                  </a:path>
                </a:pathLst>
              </a:custGeom>
              <a:solidFill>
                <a:srgbClr val="440154"/>
              </a:solidFill>
              <a:ln w="13589" cap="flat">
                <a:noFill/>
                <a:prstDash val="solid"/>
                <a:miter/>
              </a:ln>
            </p:spPr>
            <p:txBody>
              <a:bodyPr rtlCol="0" anchor="ctr"/>
              <a:lstStyle/>
              <a:p>
                <a:endParaRPr lang="en-GB"/>
              </a:p>
            </p:txBody>
          </p:sp>
          <p:sp>
            <p:nvSpPr>
              <p:cNvPr id="73" name="Free-form: Shape 72">
                <a:extLst>
                  <a:ext uri="{FF2B5EF4-FFF2-40B4-BE49-F238E27FC236}">
                    <a16:creationId xmlns:a16="http://schemas.microsoft.com/office/drawing/2014/main" id="{0C4A34C7-D3D0-41E7-3500-8555DAC6D438}"/>
                  </a:ext>
                </a:extLst>
              </p:cNvPr>
              <p:cNvSpPr/>
              <p:nvPr/>
            </p:nvSpPr>
            <p:spPr>
              <a:xfrm>
                <a:off x="6336157" y="5231384"/>
                <a:ext cx="104139" cy="19176"/>
              </a:xfrm>
              <a:custGeom>
                <a:avLst/>
                <a:gdLst>
                  <a:gd name="connsiteX0" fmla="*/ 0 w 104139"/>
                  <a:gd name="connsiteY0" fmla="*/ 0 h 19176"/>
                  <a:gd name="connsiteX1" fmla="*/ 104140 w 104139"/>
                  <a:gd name="connsiteY1" fmla="*/ 0 h 19176"/>
                  <a:gd name="connsiteX2" fmla="*/ 104140 w 104139"/>
                  <a:gd name="connsiteY2" fmla="*/ 19177 h 19176"/>
                  <a:gd name="connsiteX3" fmla="*/ 0 w 104139"/>
                  <a:gd name="connsiteY3" fmla="*/ 19177 h 19176"/>
                </a:gdLst>
                <a:ahLst/>
                <a:cxnLst>
                  <a:cxn ang="0">
                    <a:pos x="connsiteX0" y="connsiteY0"/>
                  </a:cxn>
                  <a:cxn ang="0">
                    <a:pos x="connsiteX1" y="connsiteY1"/>
                  </a:cxn>
                  <a:cxn ang="0">
                    <a:pos x="connsiteX2" y="connsiteY2"/>
                  </a:cxn>
                  <a:cxn ang="0">
                    <a:pos x="connsiteX3" y="connsiteY3"/>
                  </a:cxn>
                </a:cxnLst>
                <a:rect l="l" t="t" r="r" b="b"/>
                <a:pathLst>
                  <a:path w="104139" h="19176">
                    <a:moveTo>
                      <a:pt x="0" y="0"/>
                    </a:moveTo>
                    <a:lnTo>
                      <a:pt x="104140" y="0"/>
                    </a:lnTo>
                    <a:lnTo>
                      <a:pt x="104140" y="19177"/>
                    </a:lnTo>
                    <a:lnTo>
                      <a:pt x="0" y="19177"/>
                    </a:lnTo>
                    <a:close/>
                  </a:path>
                </a:pathLst>
              </a:custGeom>
              <a:solidFill>
                <a:srgbClr val="31688E"/>
              </a:solidFill>
              <a:ln w="13589" cap="flat">
                <a:noFill/>
                <a:prstDash val="solid"/>
                <a:miter/>
              </a:ln>
            </p:spPr>
            <p:txBody>
              <a:bodyPr rtlCol="0" anchor="ctr"/>
              <a:lstStyle/>
              <a:p>
                <a:endParaRPr lang="en-GB"/>
              </a:p>
            </p:txBody>
          </p:sp>
          <p:sp>
            <p:nvSpPr>
              <p:cNvPr id="74" name="Free-form: Shape 73">
                <a:extLst>
                  <a:ext uri="{FF2B5EF4-FFF2-40B4-BE49-F238E27FC236}">
                    <a16:creationId xmlns:a16="http://schemas.microsoft.com/office/drawing/2014/main" id="{B25AA9DD-E7C3-D7F7-3CE9-04A9DFE72C85}"/>
                  </a:ext>
                </a:extLst>
              </p:cNvPr>
              <p:cNvSpPr/>
              <p:nvPr/>
            </p:nvSpPr>
            <p:spPr>
              <a:xfrm>
                <a:off x="6474968" y="5193665"/>
                <a:ext cx="104139" cy="56896"/>
              </a:xfrm>
              <a:custGeom>
                <a:avLst/>
                <a:gdLst>
                  <a:gd name="connsiteX0" fmla="*/ 0 w 104139"/>
                  <a:gd name="connsiteY0" fmla="*/ 0 h 56896"/>
                  <a:gd name="connsiteX1" fmla="*/ 104140 w 104139"/>
                  <a:gd name="connsiteY1" fmla="*/ 0 h 56896"/>
                  <a:gd name="connsiteX2" fmla="*/ 104140 w 104139"/>
                  <a:gd name="connsiteY2" fmla="*/ 56896 h 56896"/>
                  <a:gd name="connsiteX3" fmla="*/ 0 w 104139"/>
                  <a:gd name="connsiteY3" fmla="*/ 56896 h 56896"/>
                </a:gdLst>
                <a:ahLst/>
                <a:cxnLst>
                  <a:cxn ang="0">
                    <a:pos x="connsiteX0" y="connsiteY0"/>
                  </a:cxn>
                  <a:cxn ang="0">
                    <a:pos x="connsiteX1" y="connsiteY1"/>
                  </a:cxn>
                  <a:cxn ang="0">
                    <a:pos x="connsiteX2" y="connsiteY2"/>
                  </a:cxn>
                  <a:cxn ang="0">
                    <a:pos x="connsiteX3" y="connsiteY3"/>
                  </a:cxn>
                </a:cxnLst>
                <a:rect l="l" t="t" r="r" b="b"/>
                <a:pathLst>
                  <a:path w="104139" h="56896">
                    <a:moveTo>
                      <a:pt x="0" y="0"/>
                    </a:moveTo>
                    <a:lnTo>
                      <a:pt x="104140" y="0"/>
                    </a:lnTo>
                    <a:lnTo>
                      <a:pt x="104140" y="56896"/>
                    </a:lnTo>
                    <a:lnTo>
                      <a:pt x="0" y="56896"/>
                    </a:lnTo>
                    <a:close/>
                  </a:path>
                </a:pathLst>
              </a:custGeom>
              <a:solidFill>
                <a:srgbClr val="35B779"/>
              </a:solidFill>
              <a:ln w="13589" cap="flat">
                <a:noFill/>
                <a:prstDash val="solid"/>
                <a:miter/>
              </a:ln>
            </p:spPr>
            <p:txBody>
              <a:bodyPr rtlCol="0" anchor="ctr"/>
              <a:lstStyle/>
              <a:p>
                <a:endParaRPr lang="en-GB"/>
              </a:p>
            </p:txBody>
          </p:sp>
          <p:sp>
            <p:nvSpPr>
              <p:cNvPr id="75" name="Free-form: Shape 74">
                <a:extLst>
                  <a:ext uri="{FF2B5EF4-FFF2-40B4-BE49-F238E27FC236}">
                    <a16:creationId xmlns:a16="http://schemas.microsoft.com/office/drawing/2014/main" id="{728CB0DE-92FE-C7BD-AC0B-40F6CFD11998}"/>
                  </a:ext>
                </a:extLst>
              </p:cNvPr>
              <p:cNvSpPr/>
              <p:nvPr/>
            </p:nvSpPr>
            <p:spPr>
              <a:xfrm>
                <a:off x="6613779" y="5247386"/>
                <a:ext cx="104139" cy="3301"/>
              </a:xfrm>
              <a:custGeom>
                <a:avLst/>
                <a:gdLst>
                  <a:gd name="connsiteX0" fmla="*/ 0 w 104139"/>
                  <a:gd name="connsiteY0" fmla="*/ 0 h 3301"/>
                  <a:gd name="connsiteX1" fmla="*/ 104140 w 104139"/>
                  <a:gd name="connsiteY1" fmla="*/ 0 h 3301"/>
                  <a:gd name="connsiteX2" fmla="*/ 104140 w 104139"/>
                  <a:gd name="connsiteY2" fmla="*/ 3302 h 3301"/>
                  <a:gd name="connsiteX3" fmla="*/ 0 w 104139"/>
                  <a:gd name="connsiteY3" fmla="*/ 3302 h 3301"/>
                </a:gdLst>
                <a:ahLst/>
                <a:cxnLst>
                  <a:cxn ang="0">
                    <a:pos x="connsiteX0" y="connsiteY0"/>
                  </a:cxn>
                  <a:cxn ang="0">
                    <a:pos x="connsiteX1" y="connsiteY1"/>
                  </a:cxn>
                  <a:cxn ang="0">
                    <a:pos x="connsiteX2" y="connsiteY2"/>
                  </a:cxn>
                  <a:cxn ang="0">
                    <a:pos x="connsiteX3" y="connsiteY3"/>
                  </a:cxn>
                </a:cxnLst>
                <a:rect l="l" t="t" r="r" b="b"/>
                <a:pathLst>
                  <a:path w="104139" h="3301">
                    <a:moveTo>
                      <a:pt x="0" y="0"/>
                    </a:moveTo>
                    <a:lnTo>
                      <a:pt x="104140" y="0"/>
                    </a:lnTo>
                    <a:lnTo>
                      <a:pt x="104140" y="3302"/>
                    </a:lnTo>
                    <a:lnTo>
                      <a:pt x="0" y="3302"/>
                    </a:lnTo>
                    <a:close/>
                  </a:path>
                </a:pathLst>
              </a:custGeom>
              <a:solidFill>
                <a:srgbClr val="FDE725"/>
              </a:solidFill>
              <a:ln w="13589" cap="flat">
                <a:noFill/>
                <a:prstDash val="solid"/>
                <a:miter/>
              </a:ln>
            </p:spPr>
            <p:txBody>
              <a:bodyPr rtlCol="0" anchor="ctr"/>
              <a:lstStyle/>
              <a:p>
                <a:endParaRPr lang="en-GB"/>
              </a:p>
            </p:txBody>
          </p:sp>
          <p:sp>
            <p:nvSpPr>
              <p:cNvPr id="76" name="Free-form: Shape 75">
                <a:extLst>
                  <a:ext uri="{FF2B5EF4-FFF2-40B4-BE49-F238E27FC236}">
                    <a16:creationId xmlns:a16="http://schemas.microsoft.com/office/drawing/2014/main" id="{48767E68-A74D-0744-FA21-D96AF9DFBCCA}"/>
                  </a:ext>
                </a:extLst>
              </p:cNvPr>
              <p:cNvSpPr/>
              <p:nvPr/>
            </p:nvSpPr>
            <p:spPr>
              <a:xfrm>
                <a:off x="7063740" y="5025009"/>
                <a:ext cx="138811" cy="225551"/>
              </a:xfrm>
              <a:custGeom>
                <a:avLst/>
                <a:gdLst>
                  <a:gd name="connsiteX0" fmla="*/ 0 w 138811"/>
                  <a:gd name="connsiteY0" fmla="*/ 0 h 225551"/>
                  <a:gd name="connsiteX1" fmla="*/ 138811 w 138811"/>
                  <a:gd name="connsiteY1" fmla="*/ 0 h 225551"/>
                  <a:gd name="connsiteX2" fmla="*/ 138811 w 138811"/>
                  <a:gd name="connsiteY2" fmla="*/ 225552 h 225551"/>
                  <a:gd name="connsiteX3" fmla="*/ 0 w 138811"/>
                  <a:gd name="connsiteY3" fmla="*/ 225552 h 225551"/>
                </a:gdLst>
                <a:ahLst/>
                <a:cxnLst>
                  <a:cxn ang="0">
                    <a:pos x="connsiteX0" y="connsiteY0"/>
                  </a:cxn>
                  <a:cxn ang="0">
                    <a:pos x="connsiteX1" y="connsiteY1"/>
                  </a:cxn>
                  <a:cxn ang="0">
                    <a:pos x="connsiteX2" y="connsiteY2"/>
                  </a:cxn>
                  <a:cxn ang="0">
                    <a:pos x="connsiteX3" y="connsiteY3"/>
                  </a:cxn>
                </a:cxnLst>
                <a:rect l="l" t="t" r="r" b="b"/>
                <a:pathLst>
                  <a:path w="138811" h="225551">
                    <a:moveTo>
                      <a:pt x="0" y="0"/>
                    </a:moveTo>
                    <a:lnTo>
                      <a:pt x="138811" y="0"/>
                    </a:lnTo>
                    <a:lnTo>
                      <a:pt x="138811" y="225552"/>
                    </a:lnTo>
                    <a:lnTo>
                      <a:pt x="0" y="225552"/>
                    </a:lnTo>
                    <a:close/>
                  </a:path>
                </a:pathLst>
              </a:custGeom>
              <a:solidFill>
                <a:srgbClr val="440154"/>
              </a:solidFill>
              <a:ln w="13589" cap="flat">
                <a:noFill/>
                <a:prstDash val="solid"/>
                <a:miter/>
              </a:ln>
            </p:spPr>
            <p:txBody>
              <a:bodyPr rtlCol="0" anchor="ctr"/>
              <a:lstStyle/>
              <a:p>
                <a:endParaRPr lang="en-GB"/>
              </a:p>
            </p:txBody>
          </p:sp>
          <p:sp>
            <p:nvSpPr>
              <p:cNvPr id="77" name="Free-form: Shape 76">
                <a:extLst>
                  <a:ext uri="{FF2B5EF4-FFF2-40B4-BE49-F238E27FC236}">
                    <a16:creationId xmlns:a16="http://schemas.microsoft.com/office/drawing/2014/main" id="{676D454C-DAD4-2994-C08B-233417ECA11C}"/>
                  </a:ext>
                </a:extLst>
              </p:cNvPr>
              <p:cNvSpPr/>
              <p:nvPr/>
            </p:nvSpPr>
            <p:spPr>
              <a:xfrm>
                <a:off x="7248779" y="5223129"/>
                <a:ext cx="138811" cy="27559"/>
              </a:xfrm>
              <a:custGeom>
                <a:avLst/>
                <a:gdLst>
                  <a:gd name="connsiteX0" fmla="*/ 0 w 138811"/>
                  <a:gd name="connsiteY0" fmla="*/ 0 h 27559"/>
                  <a:gd name="connsiteX1" fmla="*/ 138811 w 138811"/>
                  <a:gd name="connsiteY1" fmla="*/ 0 h 27559"/>
                  <a:gd name="connsiteX2" fmla="*/ 138811 w 138811"/>
                  <a:gd name="connsiteY2" fmla="*/ 27559 h 27559"/>
                  <a:gd name="connsiteX3" fmla="*/ 0 w 138811"/>
                  <a:gd name="connsiteY3" fmla="*/ 27559 h 27559"/>
                </a:gdLst>
                <a:ahLst/>
                <a:cxnLst>
                  <a:cxn ang="0">
                    <a:pos x="connsiteX0" y="connsiteY0"/>
                  </a:cxn>
                  <a:cxn ang="0">
                    <a:pos x="connsiteX1" y="connsiteY1"/>
                  </a:cxn>
                  <a:cxn ang="0">
                    <a:pos x="connsiteX2" y="connsiteY2"/>
                  </a:cxn>
                  <a:cxn ang="0">
                    <a:pos x="connsiteX3" y="connsiteY3"/>
                  </a:cxn>
                </a:cxnLst>
                <a:rect l="l" t="t" r="r" b="b"/>
                <a:pathLst>
                  <a:path w="138811" h="27559">
                    <a:moveTo>
                      <a:pt x="0" y="0"/>
                    </a:moveTo>
                    <a:lnTo>
                      <a:pt x="138811" y="0"/>
                    </a:lnTo>
                    <a:lnTo>
                      <a:pt x="138811" y="27559"/>
                    </a:lnTo>
                    <a:lnTo>
                      <a:pt x="0" y="27559"/>
                    </a:lnTo>
                    <a:close/>
                  </a:path>
                </a:pathLst>
              </a:custGeom>
              <a:solidFill>
                <a:srgbClr val="31688E"/>
              </a:solidFill>
              <a:ln w="13589" cap="flat">
                <a:noFill/>
                <a:prstDash val="solid"/>
                <a:miter/>
              </a:ln>
            </p:spPr>
            <p:txBody>
              <a:bodyPr rtlCol="0" anchor="ctr"/>
              <a:lstStyle/>
              <a:p>
                <a:endParaRPr lang="en-GB"/>
              </a:p>
            </p:txBody>
          </p:sp>
          <p:sp>
            <p:nvSpPr>
              <p:cNvPr id="78" name="Free-form: Shape 77">
                <a:extLst>
                  <a:ext uri="{FF2B5EF4-FFF2-40B4-BE49-F238E27FC236}">
                    <a16:creationId xmlns:a16="http://schemas.microsoft.com/office/drawing/2014/main" id="{8AEB6F9F-748C-D420-4206-8F4B9B2391E3}"/>
                  </a:ext>
                </a:extLst>
              </p:cNvPr>
              <p:cNvSpPr/>
              <p:nvPr/>
            </p:nvSpPr>
            <p:spPr>
              <a:xfrm>
                <a:off x="7433945" y="4842383"/>
                <a:ext cx="138811" cy="408304"/>
              </a:xfrm>
              <a:custGeom>
                <a:avLst/>
                <a:gdLst>
                  <a:gd name="connsiteX0" fmla="*/ 0 w 138811"/>
                  <a:gd name="connsiteY0" fmla="*/ 0 h 408304"/>
                  <a:gd name="connsiteX1" fmla="*/ 138811 w 138811"/>
                  <a:gd name="connsiteY1" fmla="*/ 0 h 408304"/>
                  <a:gd name="connsiteX2" fmla="*/ 138811 w 138811"/>
                  <a:gd name="connsiteY2" fmla="*/ 408305 h 408304"/>
                  <a:gd name="connsiteX3" fmla="*/ 0 w 138811"/>
                  <a:gd name="connsiteY3" fmla="*/ 408305 h 408304"/>
                </a:gdLst>
                <a:ahLst/>
                <a:cxnLst>
                  <a:cxn ang="0">
                    <a:pos x="connsiteX0" y="connsiteY0"/>
                  </a:cxn>
                  <a:cxn ang="0">
                    <a:pos x="connsiteX1" y="connsiteY1"/>
                  </a:cxn>
                  <a:cxn ang="0">
                    <a:pos x="connsiteX2" y="connsiteY2"/>
                  </a:cxn>
                  <a:cxn ang="0">
                    <a:pos x="connsiteX3" y="connsiteY3"/>
                  </a:cxn>
                </a:cxnLst>
                <a:rect l="l" t="t" r="r" b="b"/>
                <a:pathLst>
                  <a:path w="138811" h="408304">
                    <a:moveTo>
                      <a:pt x="0" y="0"/>
                    </a:moveTo>
                    <a:lnTo>
                      <a:pt x="138811" y="0"/>
                    </a:lnTo>
                    <a:lnTo>
                      <a:pt x="138811" y="408305"/>
                    </a:lnTo>
                    <a:lnTo>
                      <a:pt x="0" y="408305"/>
                    </a:lnTo>
                    <a:close/>
                  </a:path>
                </a:pathLst>
              </a:custGeom>
              <a:solidFill>
                <a:srgbClr val="35B779"/>
              </a:solidFill>
              <a:ln w="13589" cap="flat">
                <a:noFill/>
                <a:prstDash val="solid"/>
                <a:miter/>
              </a:ln>
            </p:spPr>
            <p:txBody>
              <a:bodyPr rtlCol="0" anchor="ctr"/>
              <a:lstStyle/>
              <a:p>
                <a:endParaRPr lang="en-GB"/>
              </a:p>
            </p:txBody>
          </p:sp>
          <p:sp>
            <p:nvSpPr>
              <p:cNvPr id="79" name="Free-form: Shape 78">
                <a:extLst>
                  <a:ext uri="{FF2B5EF4-FFF2-40B4-BE49-F238E27FC236}">
                    <a16:creationId xmlns:a16="http://schemas.microsoft.com/office/drawing/2014/main" id="{241E678D-59CA-224F-0B29-5061719800FC}"/>
                  </a:ext>
                </a:extLst>
              </p:cNvPr>
              <p:cNvSpPr/>
              <p:nvPr/>
            </p:nvSpPr>
            <p:spPr>
              <a:xfrm>
                <a:off x="7890891" y="3967099"/>
                <a:ext cx="104139" cy="1283462"/>
              </a:xfrm>
              <a:custGeom>
                <a:avLst/>
                <a:gdLst>
                  <a:gd name="connsiteX0" fmla="*/ 0 w 104139"/>
                  <a:gd name="connsiteY0" fmla="*/ 0 h 1283462"/>
                  <a:gd name="connsiteX1" fmla="*/ 104140 w 104139"/>
                  <a:gd name="connsiteY1" fmla="*/ 0 h 1283462"/>
                  <a:gd name="connsiteX2" fmla="*/ 104140 w 104139"/>
                  <a:gd name="connsiteY2" fmla="*/ 1283462 h 1283462"/>
                  <a:gd name="connsiteX3" fmla="*/ 0 w 104139"/>
                  <a:gd name="connsiteY3" fmla="*/ 1283462 h 1283462"/>
                </a:gdLst>
                <a:ahLst/>
                <a:cxnLst>
                  <a:cxn ang="0">
                    <a:pos x="connsiteX0" y="connsiteY0"/>
                  </a:cxn>
                  <a:cxn ang="0">
                    <a:pos x="connsiteX1" y="connsiteY1"/>
                  </a:cxn>
                  <a:cxn ang="0">
                    <a:pos x="connsiteX2" y="connsiteY2"/>
                  </a:cxn>
                  <a:cxn ang="0">
                    <a:pos x="connsiteX3" y="connsiteY3"/>
                  </a:cxn>
                </a:cxnLst>
                <a:rect l="l" t="t" r="r" b="b"/>
                <a:pathLst>
                  <a:path w="104139" h="1283462">
                    <a:moveTo>
                      <a:pt x="0" y="0"/>
                    </a:moveTo>
                    <a:lnTo>
                      <a:pt x="104140" y="0"/>
                    </a:lnTo>
                    <a:lnTo>
                      <a:pt x="104140" y="1283462"/>
                    </a:lnTo>
                    <a:lnTo>
                      <a:pt x="0" y="1283462"/>
                    </a:lnTo>
                    <a:close/>
                  </a:path>
                </a:pathLst>
              </a:custGeom>
              <a:solidFill>
                <a:srgbClr val="440154"/>
              </a:solidFill>
              <a:ln w="13589" cap="flat">
                <a:noFill/>
                <a:prstDash val="solid"/>
                <a:miter/>
              </a:ln>
            </p:spPr>
            <p:txBody>
              <a:bodyPr rtlCol="0" anchor="ctr"/>
              <a:lstStyle/>
              <a:p>
                <a:endParaRPr lang="en-GB"/>
              </a:p>
            </p:txBody>
          </p:sp>
          <p:sp>
            <p:nvSpPr>
              <p:cNvPr id="80" name="Free-form: Shape 79">
                <a:extLst>
                  <a:ext uri="{FF2B5EF4-FFF2-40B4-BE49-F238E27FC236}">
                    <a16:creationId xmlns:a16="http://schemas.microsoft.com/office/drawing/2014/main" id="{5DB4ED8C-B703-C7AE-61DD-0BB15BE82967}"/>
                  </a:ext>
                </a:extLst>
              </p:cNvPr>
              <p:cNvSpPr/>
              <p:nvPr/>
            </p:nvSpPr>
            <p:spPr>
              <a:xfrm>
                <a:off x="8029702" y="3156458"/>
                <a:ext cx="104140" cy="2094102"/>
              </a:xfrm>
              <a:custGeom>
                <a:avLst/>
                <a:gdLst>
                  <a:gd name="connsiteX0" fmla="*/ 0 w 104140"/>
                  <a:gd name="connsiteY0" fmla="*/ 0 h 2094102"/>
                  <a:gd name="connsiteX1" fmla="*/ 104140 w 104140"/>
                  <a:gd name="connsiteY1" fmla="*/ 0 h 2094102"/>
                  <a:gd name="connsiteX2" fmla="*/ 104140 w 104140"/>
                  <a:gd name="connsiteY2" fmla="*/ 2094103 h 2094102"/>
                  <a:gd name="connsiteX3" fmla="*/ 0 w 104140"/>
                  <a:gd name="connsiteY3" fmla="*/ 2094103 h 2094102"/>
                </a:gdLst>
                <a:ahLst/>
                <a:cxnLst>
                  <a:cxn ang="0">
                    <a:pos x="connsiteX0" y="connsiteY0"/>
                  </a:cxn>
                  <a:cxn ang="0">
                    <a:pos x="connsiteX1" y="connsiteY1"/>
                  </a:cxn>
                  <a:cxn ang="0">
                    <a:pos x="connsiteX2" y="connsiteY2"/>
                  </a:cxn>
                  <a:cxn ang="0">
                    <a:pos x="connsiteX3" y="connsiteY3"/>
                  </a:cxn>
                </a:cxnLst>
                <a:rect l="l" t="t" r="r" b="b"/>
                <a:pathLst>
                  <a:path w="104140" h="2094102">
                    <a:moveTo>
                      <a:pt x="0" y="0"/>
                    </a:moveTo>
                    <a:lnTo>
                      <a:pt x="104140" y="0"/>
                    </a:lnTo>
                    <a:lnTo>
                      <a:pt x="104140" y="2094103"/>
                    </a:lnTo>
                    <a:lnTo>
                      <a:pt x="0" y="2094103"/>
                    </a:lnTo>
                    <a:close/>
                  </a:path>
                </a:pathLst>
              </a:custGeom>
              <a:solidFill>
                <a:srgbClr val="31688E"/>
              </a:solidFill>
              <a:ln w="13589" cap="flat">
                <a:noFill/>
                <a:prstDash val="solid"/>
                <a:miter/>
              </a:ln>
            </p:spPr>
            <p:txBody>
              <a:bodyPr rtlCol="0" anchor="ctr"/>
              <a:lstStyle/>
              <a:p>
                <a:endParaRPr lang="en-GB"/>
              </a:p>
            </p:txBody>
          </p:sp>
          <p:sp>
            <p:nvSpPr>
              <p:cNvPr id="81" name="Free-form: Shape 80">
                <a:extLst>
                  <a:ext uri="{FF2B5EF4-FFF2-40B4-BE49-F238E27FC236}">
                    <a16:creationId xmlns:a16="http://schemas.microsoft.com/office/drawing/2014/main" id="{D7B1AABF-BC42-25E5-0924-6BA5995DC528}"/>
                  </a:ext>
                </a:extLst>
              </p:cNvPr>
              <p:cNvSpPr/>
              <p:nvPr/>
            </p:nvSpPr>
            <p:spPr>
              <a:xfrm>
                <a:off x="8168513" y="5053076"/>
                <a:ext cx="104140" cy="197485"/>
              </a:xfrm>
              <a:custGeom>
                <a:avLst/>
                <a:gdLst>
                  <a:gd name="connsiteX0" fmla="*/ 0 w 104140"/>
                  <a:gd name="connsiteY0" fmla="*/ 0 h 197485"/>
                  <a:gd name="connsiteX1" fmla="*/ 104140 w 104140"/>
                  <a:gd name="connsiteY1" fmla="*/ 0 h 197485"/>
                  <a:gd name="connsiteX2" fmla="*/ 104140 w 104140"/>
                  <a:gd name="connsiteY2" fmla="*/ 197485 h 197485"/>
                  <a:gd name="connsiteX3" fmla="*/ 0 w 104140"/>
                  <a:gd name="connsiteY3" fmla="*/ 197485 h 197485"/>
                </a:gdLst>
                <a:ahLst/>
                <a:cxnLst>
                  <a:cxn ang="0">
                    <a:pos x="connsiteX0" y="connsiteY0"/>
                  </a:cxn>
                  <a:cxn ang="0">
                    <a:pos x="connsiteX1" y="connsiteY1"/>
                  </a:cxn>
                  <a:cxn ang="0">
                    <a:pos x="connsiteX2" y="connsiteY2"/>
                  </a:cxn>
                  <a:cxn ang="0">
                    <a:pos x="connsiteX3" y="connsiteY3"/>
                  </a:cxn>
                </a:cxnLst>
                <a:rect l="l" t="t" r="r" b="b"/>
                <a:pathLst>
                  <a:path w="104140" h="197485">
                    <a:moveTo>
                      <a:pt x="0" y="0"/>
                    </a:moveTo>
                    <a:lnTo>
                      <a:pt x="104140" y="0"/>
                    </a:lnTo>
                    <a:lnTo>
                      <a:pt x="104140" y="197485"/>
                    </a:lnTo>
                    <a:lnTo>
                      <a:pt x="0" y="197485"/>
                    </a:lnTo>
                    <a:close/>
                  </a:path>
                </a:pathLst>
              </a:custGeom>
              <a:solidFill>
                <a:srgbClr val="35B779"/>
              </a:solidFill>
              <a:ln w="13589" cap="flat">
                <a:noFill/>
                <a:prstDash val="solid"/>
                <a:miter/>
              </a:ln>
            </p:spPr>
            <p:txBody>
              <a:bodyPr rtlCol="0" anchor="ctr"/>
              <a:lstStyle/>
              <a:p>
                <a:endParaRPr lang="en-GB"/>
              </a:p>
            </p:txBody>
          </p:sp>
          <p:sp>
            <p:nvSpPr>
              <p:cNvPr id="82" name="Free-form: Shape 81">
                <a:extLst>
                  <a:ext uri="{FF2B5EF4-FFF2-40B4-BE49-F238E27FC236}">
                    <a16:creationId xmlns:a16="http://schemas.microsoft.com/office/drawing/2014/main" id="{B155CBF5-5982-DD37-D8D8-F5ECED0AAC04}"/>
                  </a:ext>
                </a:extLst>
              </p:cNvPr>
              <p:cNvSpPr/>
              <p:nvPr/>
            </p:nvSpPr>
            <p:spPr>
              <a:xfrm>
                <a:off x="8307324" y="5232527"/>
                <a:ext cx="104140" cy="18034"/>
              </a:xfrm>
              <a:custGeom>
                <a:avLst/>
                <a:gdLst>
                  <a:gd name="connsiteX0" fmla="*/ 0 w 104140"/>
                  <a:gd name="connsiteY0" fmla="*/ 0 h 18034"/>
                  <a:gd name="connsiteX1" fmla="*/ 104140 w 104140"/>
                  <a:gd name="connsiteY1" fmla="*/ 0 h 18034"/>
                  <a:gd name="connsiteX2" fmla="*/ 104140 w 104140"/>
                  <a:gd name="connsiteY2" fmla="*/ 18034 h 18034"/>
                  <a:gd name="connsiteX3" fmla="*/ 0 w 104140"/>
                  <a:gd name="connsiteY3" fmla="*/ 18034 h 18034"/>
                </a:gdLst>
                <a:ahLst/>
                <a:cxnLst>
                  <a:cxn ang="0">
                    <a:pos x="connsiteX0" y="connsiteY0"/>
                  </a:cxn>
                  <a:cxn ang="0">
                    <a:pos x="connsiteX1" y="connsiteY1"/>
                  </a:cxn>
                  <a:cxn ang="0">
                    <a:pos x="connsiteX2" y="connsiteY2"/>
                  </a:cxn>
                  <a:cxn ang="0">
                    <a:pos x="connsiteX3" y="connsiteY3"/>
                  </a:cxn>
                </a:cxnLst>
                <a:rect l="l" t="t" r="r" b="b"/>
                <a:pathLst>
                  <a:path w="104140" h="18034">
                    <a:moveTo>
                      <a:pt x="0" y="0"/>
                    </a:moveTo>
                    <a:lnTo>
                      <a:pt x="104140" y="0"/>
                    </a:lnTo>
                    <a:lnTo>
                      <a:pt x="104140" y="18034"/>
                    </a:lnTo>
                    <a:lnTo>
                      <a:pt x="0" y="18034"/>
                    </a:lnTo>
                    <a:close/>
                  </a:path>
                </a:pathLst>
              </a:custGeom>
              <a:solidFill>
                <a:srgbClr val="FDE725"/>
              </a:solidFill>
              <a:ln w="13589" cap="flat">
                <a:noFill/>
                <a:prstDash val="solid"/>
                <a:miter/>
              </a:ln>
            </p:spPr>
            <p:txBody>
              <a:bodyPr rtlCol="0" anchor="ctr"/>
              <a:lstStyle/>
              <a:p>
                <a:endParaRPr lang="en-GB"/>
              </a:p>
            </p:txBody>
          </p:sp>
          <p:sp>
            <p:nvSpPr>
              <p:cNvPr id="83" name="Free-form: Shape 82">
                <a:extLst>
                  <a:ext uri="{FF2B5EF4-FFF2-40B4-BE49-F238E27FC236}">
                    <a16:creationId xmlns:a16="http://schemas.microsoft.com/office/drawing/2014/main" id="{6526E869-ED76-1948-96A7-8176E8CC8708}"/>
                  </a:ext>
                </a:extLst>
              </p:cNvPr>
              <p:cNvSpPr/>
              <p:nvPr/>
            </p:nvSpPr>
            <p:spPr>
              <a:xfrm>
                <a:off x="5430392" y="5246115"/>
                <a:ext cx="110997" cy="12700"/>
              </a:xfrm>
              <a:custGeom>
                <a:avLst/>
                <a:gdLst>
                  <a:gd name="connsiteX0" fmla="*/ 0 w 110997"/>
                  <a:gd name="connsiteY0" fmla="*/ 0 h 12700"/>
                  <a:gd name="connsiteX1" fmla="*/ 110998 w 110997"/>
                  <a:gd name="connsiteY1" fmla="*/ 0 h 12700"/>
                </a:gdLst>
                <a:ahLst/>
                <a:cxnLst>
                  <a:cxn ang="0">
                    <a:pos x="connsiteX0" y="connsiteY0"/>
                  </a:cxn>
                  <a:cxn ang="0">
                    <a:pos x="connsiteX1" y="connsiteY1"/>
                  </a:cxn>
                </a:cxnLst>
                <a:rect l="l" t="t" r="r" b="b"/>
                <a:pathLst>
                  <a:path w="110997" h="12700">
                    <a:moveTo>
                      <a:pt x="0" y="0"/>
                    </a:moveTo>
                    <a:lnTo>
                      <a:pt x="110998" y="0"/>
                    </a:lnTo>
                  </a:path>
                </a:pathLst>
              </a:custGeom>
              <a:noFill/>
              <a:ln w="13589" cap="flat">
                <a:solidFill>
                  <a:srgbClr val="000000">
                    <a:alpha val="70000"/>
                  </a:srgbClr>
                </a:solidFill>
                <a:prstDash val="solid"/>
                <a:round/>
              </a:ln>
            </p:spPr>
            <p:txBody>
              <a:bodyPr rtlCol="0" anchor="ctr"/>
              <a:lstStyle/>
              <a:p>
                <a:endParaRPr lang="en-GB"/>
              </a:p>
            </p:txBody>
          </p:sp>
          <p:sp>
            <p:nvSpPr>
              <p:cNvPr id="84" name="Free-form: Shape 83">
                <a:extLst>
                  <a:ext uri="{FF2B5EF4-FFF2-40B4-BE49-F238E27FC236}">
                    <a16:creationId xmlns:a16="http://schemas.microsoft.com/office/drawing/2014/main" id="{30581B07-1699-E33C-470C-A7E5678DD50A}"/>
                  </a:ext>
                </a:extLst>
              </p:cNvPr>
              <p:cNvSpPr/>
              <p:nvPr/>
            </p:nvSpPr>
            <p:spPr>
              <a:xfrm>
                <a:off x="5485891" y="5246115"/>
                <a:ext cx="12700" cy="2667"/>
              </a:xfrm>
              <a:custGeom>
                <a:avLst/>
                <a:gdLst>
                  <a:gd name="connsiteX0" fmla="*/ 0 w 12700"/>
                  <a:gd name="connsiteY0" fmla="*/ 0 h 2667"/>
                  <a:gd name="connsiteX1" fmla="*/ 0 w 12700"/>
                  <a:gd name="connsiteY1" fmla="*/ 2667 h 2667"/>
                </a:gdLst>
                <a:ahLst/>
                <a:cxnLst>
                  <a:cxn ang="0">
                    <a:pos x="connsiteX0" y="connsiteY0"/>
                  </a:cxn>
                  <a:cxn ang="0">
                    <a:pos x="connsiteX1" y="connsiteY1"/>
                  </a:cxn>
                </a:cxnLst>
                <a:rect l="l" t="t" r="r" b="b"/>
                <a:pathLst>
                  <a:path w="12700" h="2667">
                    <a:moveTo>
                      <a:pt x="0" y="0"/>
                    </a:moveTo>
                    <a:lnTo>
                      <a:pt x="0" y="2667"/>
                    </a:lnTo>
                  </a:path>
                </a:pathLst>
              </a:custGeom>
              <a:noFill/>
              <a:ln w="13589" cap="flat">
                <a:solidFill>
                  <a:srgbClr val="000000">
                    <a:alpha val="70000"/>
                  </a:srgbClr>
                </a:solidFill>
                <a:prstDash val="solid"/>
                <a:round/>
              </a:ln>
            </p:spPr>
            <p:txBody>
              <a:bodyPr rtlCol="0" anchor="ctr"/>
              <a:lstStyle/>
              <a:p>
                <a:endParaRPr lang="en-GB"/>
              </a:p>
            </p:txBody>
          </p:sp>
          <p:sp>
            <p:nvSpPr>
              <p:cNvPr id="85" name="Free-form: Shape 84">
                <a:extLst>
                  <a:ext uri="{FF2B5EF4-FFF2-40B4-BE49-F238E27FC236}">
                    <a16:creationId xmlns:a16="http://schemas.microsoft.com/office/drawing/2014/main" id="{294BD5E2-1AD4-C3BE-8523-E4A77A3A382D}"/>
                  </a:ext>
                </a:extLst>
              </p:cNvPr>
              <p:cNvSpPr/>
              <p:nvPr/>
            </p:nvSpPr>
            <p:spPr>
              <a:xfrm>
                <a:off x="5430392" y="5248783"/>
                <a:ext cx="110997" cy="12700"/>
              </a:xfrm>
              <a:custGeom>
                <a:avLst/>
                <a:gdLst>
                  <a:gd name="connsiteX0" fmla="*/ 0 w 110997"/>
                  <a:gd name="connsiteY0" fmla="*/ 0 h 12700"/>
                  <a:gd name="connsiteX1" fmla="*/ 110998 w 110997"/>
                  <a:gd name="connsiteY1" fmla="*/ 0 h 12700"/>
                </a:gdLst>
                <a:ahLst/>
                <a:cxnLst>
                  <a:cxn ang="0">
                    <a:pos x="connsiteX0" y="connsiteY0"/>
                  </a:cxn>
                  <a:cxn ang="0">
                    <a:pos x="connsiteX1" y="connsiteY1"/>
                  </a:cxn>
                </a:cxnLst>
                <a:rect l="l" t="t" r="r" b="b"/>
                <a:pathLst>
                  <a:path w="110997" h="12700">
                    <a:moveTo>
                      <a:pt x="0" y="0"/>
                    </a:moveTo>
                    <a:lnTo>
                      <a:pt x="110998" y="0"/>
                    </a:lnTo>
                  </a:path>
                </a:pathLst>
              </a:custGeom>
              <a:noFill/>
              <a:ln w="13589" cap="flat">
                <a:solidFill>
                  <a:srgbClr val="000000">
                    <a:alpha val="70000"/>
                  </a:srgbClr>
                </a:solidFill>
                <a:prstDash val="solid"/>
                <a:round/>
              </a:ln>
            </p:spPr>
            <p:txBody>
              <a:bodyPr rtlCol="0" anchor="ctr"/>
              <a:lstStyle/>
              <a:p>
                <a:endParaRPr lang="en-GB"/>
              </a:p>
            </p:txBody>
          </p:sp>
          <p:sp>
            <p:nvSpPr>
              <p:cNvPr id="86" name="Free-form: Shape 85">
                <a:extLst>
                  <a:ext uri="{FF2B5EF4-FFF2-40B4-BE49-F238E27FC236}">
                    <a16:creationId xmlns:a16="http://schemas.microsoft.com/office/drawing/2014/main" id="{5088071F-66B9-B012-6700-449A26288DD5}"/>
                  </a:ext>
                </a:extLst>
              </p:cNvPr>
              <p:cNvSpPr/>
              <p:nvPr/>
            </p:nvSpPr>
            <p:spPr>
              <a:xfrm>
                <a:off x="5708015" y="5236590"/>
                <a:ext cx="110997" cy="12700"/>
              </a:xfrm>
              <a:custGeom>
                <a:avLst/>
                <a:gdLst>
                  <a:gd name="connsiteX0" fmla="*/ 0 w 110997"/>
                  <a:gd name="connsiteY0" fmla="*/ 0 h 12700"/>
                  <a:gd name="connsiteX1" fmla="*/ 110998 w 110997"/>
                  <a:gd name="connsiteY1" fmla="*/ 0 h 12700"/>
                </a:gdLst>
                <a:ahLst/>
                <a:cxnLst>
                  <a:cxn ang="0">
                    <a:pos x="connsiteX0" y="connsiteY0"/>
                  </a:cxn>
                  <a:cxn ang="0">
                    <a:pos x="connsiteX1" y="connsiteY1"/>
                  </a:cxn>
                </a:cxnLst>
                <a:rect l="l" t="t" r="r" b="b"/>
                <a:pathLst>
                  <a:path w="110997" h="12700">
                    <a:moveTo>
                      <a:pt x="0" y="0"/>
                    </a:moveTo>
                    <a:lnTo>
                      <a:pt x="110998" y="0"/>
                    </a:lnTo>
                  </a:path>
                </a:pathLst>
              </a:custGeom>
              <a:noFill/>
              <a:ln w="13589" cap="flat">
                <a:solidFill>
                  <a:srgbClr val="000000">
                    <a:alpha val="70000"/>
                  </a:srgbClr>
                </a:solidFill>
                <a:prstDash val="solid"/>
                <a:round/>
              </a:ln>
            </p:spPr>
            <p:txBody>
              <a:bodyPr rtlCol="0" anchor="ctr"/>
              <a:lstStyle/>
              <a:p>
                <a:endParaRPr lang="en-GB"/>
              </a:p>
            </p:txBody>
          </p:sp>
          <p:sp>
            <p:nvSpPr>
              <p:cNvPr id="87" name="Free-form: Shape 86">
                <a:extLst>
                  <a:ext uri="{FF2B5EF4-FFF2-40B4-BE49-F238E27FC236}">
                    <a16:creationId xmlns:a16="http://schemas.microsoft.com/office/drawing/2014/main" id="{B1233028-308F-FD0C-F590-381B49E07C68}"/>
                  </a:ext>
                </a:extLst>
              </p:cNvPr>
              <p:cNvSpPr/>
              <p:nvPr/>
            </p:nvSpPr>
            <p:spPr>
              <a:xfrm>
                <a:off x="5763514" y="5236590"/>
                <a:ext cx="12700" cy="8128"/>
              </a:xfrm>
              <a:custGeom>
                <a:avLst/>
                <a:gdLst>
                  <a:gd name="connsiteX0" fmla="*/ 0 w 12700"/>
                  <a:gd name="connsiteY0" fmla="*/ 0 h 8128"/>
                  <a:gd name="connsiteX1" fmla="*/ 0 w 12700"/>
                  <a:gd name="connsiteY1" fmla="*/ 8128 h 8128"/>
                </a:gdLst>
                <a:ahLst/>
                <a:cxnLst>
                  <a:cxn ang="0">
                    <a:pos x="connsiteX0" y="connsiteY0"/>
                  </a:cxn>
                  <a:cxn ang="0">
                    <a:pos x="connsiteX1" y="connsiteY1"/>
                  </a:cxn>
                </a:cxnLst>
                <a:rect l="l" t="t" r="r" b="b"/>
                <a:pathLst>
                  <a:path w="12700" h="8128">
                    <a:moveTo>
                      <a:pt x="0" y="0"/>
                    </a:moveTo>
                    <a:lnTo>
                      <a:pt x="0" y="8128"/>
                    </a:lnTo>
                  </a:path>
                </a:pathLst>
              </a:custGeom>
              <a:noFill/>
              <a:ln w="13589" cap="flat">
                <a:solidFill>
                  <a:srgbClr val="000000">
                    <a:alpha val="70000"/>
                  </a:srgbClr>
                </a:solidFill>
                <a:prstDash val="solid"/>
                <a:round/>
              </a:ln>
            </p:spPr>
            <p:txBody>
              <a:bodyPr rtlCol="0" anchor="ctr"/>
              <a:lstStyle/>
              <a:p>
                <a:endParaRPr lang="en-GB"/>
              </a:p>
            </p:txBody>
          </p:sp>
          <p:sp>
            <p:nvSpPr>
              <p:cNvPr id="88" name="Free-form: Shape 87">
                <a:extLst>
                  <a:ext uri="{FF2B5EF4-FFF2-40B4-BE49-F238E27FC236}">
                    <a16:creationId xmlns:a16="http://schemas.microsoft.com/office/drawing/2014/main" id="{3D111455-5102-2464-C8BD-9DAD7266D844}"/>
                  </a:ext>
                </a:extLst>
              </p:cNvPr>
              <p:cNvSpPr/>
              <p:nvPr/>
            </p:nvSpPr>
            <p:spPr>
              <a:xfrm>
                <a:off x="5708015" y="5244719"/>
                <a:ext cx="110997" cy="12700"/>
              </a:xfrm>
              <a:custGeom>
                <a:avLst/>
                <a:gdLst>
                  <a:gd name="connsiteX0" fmla="*/ 0 w 110997"/>
                  <a:gd name="connsiteY0" fmla="*/ 0 h 12700"/>
                  <a:gd name="connsiteX1" fmla="*/ 110998 w 110997"/>
                  <a:gd name="connsiteY1" fmla="*/ 0 h 12700"/>
                </a:gdLst>
                <a:ahLst/>
                <a:cxnLst>
                  <a:cxn ang="0">
                    <a:pos x="connsiteX0" y="connsiteY0"/>
                  </a:cxn>
                  <a:cxn ang="0">
                    <a:pos x="connsiteX1" y="connsiteY1"/>
                  </a:cxn>
                </a:cxnLst>
                <a:rect l="l" t="t" r="r" b="b"/>
                <a:pathLst>
                  <a:path w="110997" h="12700">
                    <a:moveTo>
                      <a:pt x="0" y="0"/>
                    </a:moveTo>
                    <a:lnTo>
                      <a:pt x="110998" y="0"/>
                    </a:lnTo>
                  </a:path>
                </a:pathLst>
              </a:custGeom>
              <a:noFill/>
              <a:ln w="13589" cap="flat">
                <a:solidFill>
                  <a:srgbClr val="000000">
                    <a:alpha val="70000"/>
                  </a:srgbClr>
                </a:solidFill>
                <a:prstDash val="solid"/>
                <a:round/>
              </a:ln>
            </p:spPr>
            <p:txBody>
              <a:bodyPr rtlCol="0" anchor="ctr"/>
              <a:lstStyle/>
              <a:p>
                <a:endParaRPr lang="en-GB"/>
              </a:p>
            </p:txBody>
          </p:sp>
          <p:sp>
            <p:nvSpPr>
              <p:cNvPr id="89" name="Free-form: Shape 88">
                <a:extLst>
                  <a:ext uri="{FF2B5EF4-FFF2-40B4-BE49-F238E27FC236}">
                    <a16:creationId xmlns:a16="http://schemas.microsoft.com/office/drawing/2014/main" id="{99AE4D02-5221-E43B-8A5C-3AD2DB090A7A}"/>
                  </a:ext>
                </a:extLst>
              </p:cNvPr>
              <p:cNvSpPr/>
              <p:nvPr/>
            </p:nvSpPr>
            <p:spPr>
              <a:xfrm>
                <a:off x="6221603" y="5139690"/>
                <a:ext cx="55498" cy="12700"/>
              </a:xfrm>
              <a:custGeom>
                <a:avLst/>
                <a:gdLst>
                  <a:gd name="connsiteX0" fmla="*/ 0 w 55498"/>
                  <a:gd name="connsiteY0" fmla="*/ 0 h 12700"/>
                  <a:gd name="connsiteX1" fmla="*/ 55499 w 55498"/>
                  <a:gd name="connsiteY1" fmla="*/ 0 h 12700"/>
                </a:gdLst>
                <a:ahLst/>
                <a:cxnLst>
                  <a:cxn ang="0">
                    <a:pos x="connsiteX0" y="connsiteY0"/>
                  </a:cxn>
                  <a:cxn ang="0">
                    <a:pos x="connsiteX1" y="connsiteY1"/>
                  </a:cxn>
                </a:cxnLst>
                <a:rect l="l" t="t" r="r" b="b"/>
                <a:pathLst>
                  <a:path w="55498" h="12700">
                    <a:moveTo>
                      <a:pt x="0" y="0"/>
                    </a:moveTo>
                    <a:lnTo>
                      <a:pt x="55499" y="0"/>
                    </a:lnTo>
                  </a:path>
                </a:pathLst>
              </a:custGeom>
              <a:noFill/>
              <a:ln w="13589" cap="flat">
                <a:solidFill>
                  <a:srgbClr val="000000">
                    <a:alpha val="70000"/>
                  </a:srgbClr>
                </a:solidFill>
                <a:prstDash val="solid"/>
                <a:round/>
              </a:ln>
            </p:spPr>
            <p:txBody>
              <a:bodyPr rtlCol="0" anchor="ctr"/>
              <a:lstStyle/>
              <a:p>
                <a:endParaRPr lang="en-GB"/>
              </a:p>
            </p:txBody>
          </p:sp>
          <p:sp>
            <p:nvSpPr>
              <p:cNvPr id="90" name="Free-form: Shape 89">
                <a:extLst>
                  <a:ext uri="{FF2B5EF4-FFF2-40B4-BE49-F238E27FC236}">
                    <a16:creationId xmlns:a16="http://schemas.microsoft.com/office/drawing/2014/main" id="{BE566898-5B22-DE4C-43BE-17AEC07C105D}"/>
                  </a:ext>
                </a:extLst>
              </p:cNvPr>
              <p:cNvSpPr/>
              <p:nvPr/>
            </p:nvSpPr>
            <p:spPr>
              <a:xfrm>
                <a:off x="6249415" y="5139690"/>
                <a:ext cx="12700" cy="92836"/>
              </a:xfrm>
              <a:custGeom>
                <a:avLst/>
                <a:gdLst>
                  <a:gd name="connsiteX0" fmla="*/ 0 w 12700"/>
                  <a:gd name="connsiteY0" fmla="*/ 0 h 92836"/>
                  <a:gd name="connsiteX1" fmla="*/ 0 w 12700"/>
                  <a:gd name="connsiteY1" fmla="*/ 92837 h 92836"/>
                </a:gdLst>
                <a:ahLst/>
                <a:cxnLst>
                  <a:cxn ang="0">
                    <a:pos x="connsiteX0" y="connsiteY0"/>
                  </a:cxn>
                  <a:cxn ang="0">
                    <a:pos x="connsiteX1" y="connsiteY1"/>
                  </a:cxn>
                </a:cxnLst>
                <a:rect l="l" t="t" r="r" b="b"/>
                <a:pathLst>
                  <a:path w="12700" h="92836">
                    <a:moveTo>
                      <a:pt x="0" y="0"/>
                    </a:moveTo>
                    <a:lnTo>
                      <a:pt x="0" y="92837"/>
                    </a:lnTo>
                  </a:path>
                </a:pathLst>
              </a:custGeom>
              <a:noFill/>
              <a:ln w="13589" cap="flat">
                <a:solidFill>
                  <a:srgbClr val="000000">
                    <a:alpha val="70000"/>
                  </a:srgbClr>
                </a:solidFill>
                <a:prstDash val="solid"/>
                <a:round/>
              </a:ln>
            </p:spPr>
            <p:txBody>
              <a:bodyPr rtlCol="0" anchor="ctr"/>
              <a:lstStyle/>
              <a:p>
                <a:endParaRPr lang="en-GB"/>
              </a:p>
            </p:txBody>
          </p:sp>
          <p:sp>
            <p:nvSpPr>
              <p:cNvPr id="91" name="Free-form: Shape 90">
                <a:extLst>
                  <a:ext uri="{FF2B5EF4-FFF2-40B4-BE49-F238E27FC236}">
                    <a16:creationId xmlns:a16="http://schemas.microsoft.com/office/drawing/2014/main" id="{FCD0A444-85BC-60DB-69C8-77F870BC6B2E}"/>
                  </a:ext>
                </a:extLst>
              </p:cNvPr>
              <p:cNvSpPr/>
              <p:nvPr/>
            </p:nvSpPr>
            <p:spPr>
              <a:xfrm>
                <a:off x="6221603" y="5232527"/>
                <a:ext cx="55498" cy="12700"/>
              </a:xfrm>
              <a:custGeom>
                <a:avLst/>
                <a:gdLst>
                  <a:gd name="connsiteX0" fmla="*/ 0 w 55498"/>
                  <a:gd name="connsiteY0" fmla="*/ 0 h 12700"/>
                  <a:gd name="connsiteX1" fmla="*/ 55499 w 55498"/>
                  <a:gd name="connsiteY1" fmla="*/ 0 h 12700"/>
                </a:gdLst>
                <a:ahLst/>
                <a:cxnLst>
                  <a:cxn ang="0">
                    <a:pos x="connsiteX0" y="connsiteY0"/>
                  </a:cxn>
                  <a:cxn ang="0">
                    <a:pos x="connsiteX1" y="connsiteY1"/>
                  </a:cxn>
                </a:cxnLst>
                <a:rect l="l" t="t" r="r" b="b"/>
                <a:pathLst>
                  <a:path w="55498" h="12700">
                    <a:moveTo>
                      <a:pt x="0" y="0"/>
                    </a:moveTo>
                    <a:lnTo>
                      <a:pt x="55499" y="0"/>
                    </a:lnTo>
                  </a:path>
                </a:pathLst>
              </a:custGeom>
              <a:noFill/>
              <a:ln w="13589" cap="flat">
                <a:solidFill>
                  <a:srgbClr val="000000">
                    <a:alpha val="70000"/>
                  </a:srgbClr>
                </a:solidFill>
                <a:prstDash val="solid"/>
                <a:round/>
              </a:ln>
            </p:spPr>
            <p:txBody>
              <a:bodyPr rtlCol="0" anchor="ctr"/>
              <a:lstStyle/>
              <a:p>
                <a:endParaRPr lang="en-GB"/>
              </a:p>
            </p:txBody>
          </p:sp>
          <p:sp>
            <p:nvSpPr>
              <p:cNvPr id="92" name="Free-form: Shape 91">
                <a:extLst>
                  <a:ext uri="{FF2B5EF4-FFF2-40B4-BE49-F238E27FC236}">
                    <a16:creationId xmlns:a16="http://schemas.microsoft.com/office/drawing/2014/main" id="{512F05D2-E241-D0FC-D38C-150BBCB75CB3}"/>
                  </a:ext>
                </a:extLst>
              </p:cNvPr>
              <p:cNvSpPr/>
              <p:nvPr/>
            </p:nvSpPr>
            <p:spPr>
              <a:xfrm>
                <a:off x="6360414" y="5220208"/>
                <a:ext cx="55498" cy="12700"/>
              </a:xfrm>
              <a:custGeom>
                <a:avLst/>
                <a:gdLst>
                  <a:gd name="connsiteX0" fmla="*/ 0 w 55498"/>
                  <a:gd name="connsiteY0" fmla="*/ 0 h 12700"/>
                  <a:gd name="connsiteX1" fmla="*/ 55499 w 55498"/>
                  <a:gd name="connsiteY1" fmla="*/ 0 h 12700"/>
                </a:gdLst>
                <a:ahLst/>
                <a:cxnLst>
                  <a:cxn ang="0">
                    <a:pos x="connsiteX0" y="connsiteY0"/>
                  </a:cxn>
                  <a:cxn ang="0">
                    <a:pos x="connsiteX1" y="connsiteY1"/>
                  </a:cxn>
                </a:cxnLst>
                <a:rect l="l" t="t" r="r" b="b"/>
                <a:pathLst>
                  <a:path w="55498" h="12700">
                    <a:moveTo>
                      <a:pt x="0" y="0"/>
                    </a:moveTo>
                    <a:lnTo>
                      <a:pt x="55499" y="0"/>
                    </a:lnTo>
                  </a:path>
                </a:pathLst>
              </a:custGeom>
              <a:noFill/>
              <a:ln w="13589" cap="flat">
                <a:solidFill>
                  <a:srgbClr val="000000">
                    <a:alpha val="70000"/>
                  </a:srgbClr>
                </a:solidFill>
                <a:prstDash val="solid"/>
                <a:round/>
              </a:ln>
            </p:spPr>
            <p:txBody>
              <a:bodyPr rtlCol="0" anchor="ctr"/>
              <a:lstStyle/>
              <a:p>
                <a:endParaRPr lang="en-GB"/>
              </a:p>
            </p:txBody>
          </p:sp>
          <p:sp>
            <p:nvSpPr>
              <p:cNvPr id="93" name="Free-form: Shape 92">
                <a:extLst>
                  <a:ext uri="{FF2B5EF4-FFF2-40B4-BE49-F238E27FC236}">
                    <a16:creationId xmlns:a16="http://schemas.microsoft.com/office/drawing/2014/main" id="{C3C846CD-55BC-051F-9F5D-8A42D5DBAC22}"/>
                  </a:ext>
                </a:extLst>
              </p:cNvPr>
              <p:cNvSpPr/>
              <p:nvPr/>
            </p:nvSpPr>
            <p:spPr>
              <a:xfrm>
                <a:off x="6388227" y="5220208"/>
                <a:ext cx="12700" cy="22351"/>
              </a:xfrm>
              <a:custGeom>
                <a:avLst/>
                <a:gdLst>
                  <a:gd name="connsiteX0" fmla="*/ 0 w 12700"/>
                  <a:gd name="connsiteY0" fmla="*/ 0 h 22351"/>
                  <a:gd name="connsiteX1" fmla="*/ 0 w 12700"/>
                  <a:gd name="connsiteY1" fmla="*/ 22352 h 22351"/>
                </a:gdLst>
                <a:ahLst/>
                <a:cxnLst>
                  <a:cxn ang="0">
                    <a:pos x="connsiteX0" y="connsiteY0"/>
                  </a:cxn>
                  <a:cxn ang="0">
                    <a:pos x="connsiteX1" y="connsiteY1"/>
                  </a:cxn>
                </a:cxnLst>
                <a:rect l="l" t="t" r="r" b="b"/>
                <a:pathLst>
                  <a:path w="12700" h="22351">
                    <a:moveTo>
                      <a:pt x="0" y="0"/>
                    </a:moveTo>
                    <a:lnTo>
                      <a:pt x="0" y="22352"/>
                    </a:lnTo>
                  </a:path>
                </a:pathLst>
              </a:custGeom>
              <a:noFill/>
              <a:ln w="13589" cap="flat">
                <a:solidFill>
                  <a:srgbClr val="000000">
                    <a:alpha val="70000"/>
                  </a:srgbClr>
                </a:solidFill>
                <a:prstDash val="solid"/>
                <a:round/>
              </a:ln>
            </p:spPr>
            <p:txBody>
              <a:bodyPr rtlCol="0" anchor="ctr"/>
              <a:lstStyle/>
              <a:p>
                <a:endParaRPr lang="en-GB"/>
              </a:p>
            </p:txBody>
          </p:sp>
          <p:sp>
            <p:nvSpPr>
              <p:cNvPr id="94" name="Free-form: Shape 93">
                <a:extLst>
                  <a:ext uri="{FF2B5EF4-FFF2-40B4-BE49-F238E27FC236}">
                    <a16:creationId xmlns:a16="http://schemas.microsoft.com/office/drawing/2014/main" id="{FB2314D0-E563-0A81-6C9F-420B9C62B81C}"/>
                  </a:ext>
                </a:extLst>
              </p:cNvPr>
              <p:cNvSpPr/>
              <p:nvPr/>
            </p:nvSpPr>
            <p:spPr>
              <a:xfrm>
                <a:off x="6360414" y="5242559"/>
                <a:ext cx="55498" cy="12700"/>
              </a:xfrm>
              <a:custGeom>
                <a:avLst/>
                <a:gdLst>
                  <a:gd name="connsiteX0" fmla="*/ 0 w 55498"/>
                  <a:gd name="connsiteY0" fmla="*/ 0 h 12700"/>
                  <a:gd name="connsiteX1" fmla="*/ 55499 w 55498"/>
                  <a:gd name="connsiteY1" fmla="*/ 0 h 12700"/>
                </a:gdLst>
                <a:ahLst/>
                <a:cxnLst>
                  <a:cxn ang="0">
                    <a:pos x="connsiteX0" y="connsiteY0"/>
                  </a:cxn>
                  <a:cxn ang="0">
                    <a:pos x="connsiteX1" y="connsiteY1"/>
                  </a:cxn>
                </a:cxnLst>
                <a:rect l="l" t="t" r="r" b="b"/>
                <a:pathLst>
                  <a:path w="55498" h="12700">
                    <a:moveTo>
                      <a:pt x="0" y="0"/>
                    </a:moveTo>
                    <a:lnTo>
                      <a:pt x="55499" y="0"/>
                    </a:lnTo>
                  </a:path>
                </a:pathLst>
              </a:custGeom>
              <a:noFill/>
              <a:ln w="13589" cap="flat">
                <a:solidFill>
                  <a:srgbClr val="000000">
                    <a:alpha val="70000"/>
                  </a:srgbClr>
                </a:solidFill>
                <a:prstDash val="solid"/>
                <a:round/>
              </a:ln>
            </p:spPr>
            <p:txBody>
              <a:bodyPr rtlCol="0" anchor="ctr"/>
              <a:lstStyle/>
              <a:p>
                <a:endParaRPr lang="en-GB"/>
              </a:p>
            </p:txBody>
          </p:sp>
          <p:sp>
            <p:nvSpPr>
              <p:cNvPr id="95" name="Free-form: Shape 94">
                <a:extLst>
                  <a:ext uri="{FF2B5EF4-FFF2-40B4-BE49-F238E27FC236}">
                    <a16:creationId xmlns:a16="http://schemas.microsoft.com/office/drawing/2014/main" id="{0BF69C24-B7C1-DBEB-82E9-B17A0FE38075}"/>
                  </a:ext>
                </a:extLst>
              </p:cNvPr>
              <p:cNvSpPr/>
              <p:nvPr/>
            </p:nvSpPr>
            <p:spPr>
              <a:xfrm>
                <a:off x="6499225" y="5176265"/>
                <a:ext cx="55498" cy="12700"/>
              </a:xfrm>
              <a:custGeom>
                <a:avLst/>
                <a:gdLst>
                  <a:gd name="connsiteX0" fmla="*/ 0 w 55498"/>
                  <a:gd name="connsiteY0" fmla="*/ 0 h 12700"/>
                  <a:gd name="connsiteX1" fmla="*/ 55499 w 55498"/>
                  <a:gd name="connsiteY1" fmla="*/ 0 h 12700"/>
                </a:gdLst>
                <a:ahLst/>
                <a:cxnLst>
                  <a:cxn ang="0">
                    <a:pos x="connsiteX0" y="connsiteY0"/>
                  </a:cxn>
                  <a:cxn ang="0">
                    <a:pos x="connsiteX1" y="connsiteY1"/>
                  </a:cxn>
                </a:cxnLst>
                <a:rect l="l" t="t" r="r" b="b"/>
                <a:pathLst>
                  <a:path w="55498" h="12700">
                    <a:moveTo>
                      <a:pt x="0" y="0"/>
                    </a:moveTo>
                    <a:lnTo>
                      <a:pt x="55499" y="0"/>
                    </a:lnTo>
                  </a:path>
                </a:pathLst>
              </a:custGeom>
              <a:noFill/>
              <a:ln w="13589" cap="flat">
                <a:solidFill>
                  <a:srgbClr val="000000">
                    <a:alpha val="70000"/>
                  </a:srgbClr>
                </a:solidFill>
                <a:prstDash val="solid"/>
                <a:round/>
              </a:ln>
            </p:spPr>
            <p:txBody>
              <a:bodyPr rtlCol="0" anchor="ctr"/>
              <a:lstStyle/>
              <a:p>
                <a:endParaRPr lang="en-GB"/>
              </a:p>
            </p:txBody>
          </p:sp>
          <p:sp>
            <p:nvSpPr>
              <p:cNvPr id="96" name="Free-form: Shape 95">
                <a:extLst>
                  <a:ext uri="{FF2B5EF4-FFF2-40B4-BE49-F238E27FC236}">
                    <a16:creationId xmlns:a16="http://schemas.microsoft.com/office/drawing/2014/main" id="{404A769A-F8F8-ABDC-F590-ED960988B500}"/>
                  </a:ext>
                </a:extLst>
              </p:cNvPr>
              <p:cNvSpPr/>
              <p:nvPr/>
            </p:nvSpPr>
            <p:spPr>
              <a:xfrm>
                <a:off x="6527038" y="5176265"/>
                <a:ext cx="12700" cy="34798"/>
              </a:xfrm>
              <a:custGeom>
                <a:avLst/>
                <a:gdLst>
                  <a:gd name="connsiteX0" fmla="*/ 0 w 12700"/>
                  <a:gd name="connsiteY0" fmla="*/ 0 h 34798"/>
                  <a:gd name="connsiteX1" fmla="*/ 0 w 12700"/>
                  <a:gd name="connsiteY1" fmla="*/ 34798 h 34798"/>
                </a:gdLst>
                <a:ahLst/>
                <a:cxnLst>
                  <a:cxn ang="0">
                    <a:pos x="connsiteX0" y="connsiteY0"/>
                  </a:cxn>
                  <a:cxn ang="0">
                    <a:pos x="connsiteX1" y="connsiteY1"/>
                  </a:cxn>
                </a:cxnLst>
                <a:rect l="l" t="t" r="r" b="b"/>
                <a:pathLst>
                  <a:path w="12700" h="34798">
                    <a:moveTo>
                      <a:pt x="0" y="0"/>
                    </a:moveTo>
                    <a:lnTo>
                      <a:pt x="0" y="34798"/>
                    </a:lnTo>
                  </a:path>
                </a:pathLst>
              </a:custGeom>
              <a:noFill/>
              <a:ln w="13589" cap="flat">
                <a:solidFill>
                  <a:srgbClr val="000000">
                    <a:alpha val="70000"/>
                  </a:srgbClr>
                </a:solidFill>
                <a:prstDash val="solid"/>
                <a:round/>
              </a:ln>
            </p:spPr>
            <p:txBody>
              <a:bodyPr rtlCol="0" anchor="ctr"/>
              <a:lstStyle/>
              <a:p>
                <a:endParaRPr lang="en-GB"/>
              </a:p>
            </p:txBody>
          </p:sp>
          <p:sp>
            <p:nvSpPr>
              <p:cNvPr id="97" name="Free-form: Shape 96">
                <a:extLst>
                  <a:ext uri="{FF2B5EF4-FFF2-40B4-BE49-F238E27FC236}">
                    <a16:creationId xmlns:a16="http://schemas.microsoft.com/office/drawing/2014/main" id="{C684B26A-5D75-D210-521C-71808F11FBD8}"/>
                  </a:ext>
                </a:extLst>
              </p:cNvPr>
              <p:cNvSpPr/>
              <p:nvPr/>
            </p:nvSpPr>
            <p:spPr>
              <a:xfrm>
                <a:off x="6499225" y="5211064"/>
                <a:ext cx="55498" cy="12700"/>
              </a:xfrm>
              <a:custGeom>
                <a:avLst/>
                <a:gdLst>
                  <a:gd name="connsiteX0" fmla="*/ 0 w 55498"/>
                  <a:gd name="connsiteY0" fmla="*/ 0 h 12700"/>
                  <a:gd name="connsiteX1" fmla="*/ 55499 w 55498"/>
                  <a:gd name="connsiteY1" fmla="*/ 0 h 12700"/>
                </a:gdLst>
                <a:ahLst/>
                <a:cxnLst>
                  <a:cxn ang="0">
                    <a:pos x="connsiteX0" y="connsiteY0"/>
                  </a:cxn>
                  <a:cxn ang="0">
                    <a:pos x="connsiteX1" y="connsiteY1"/>
                  </a:cxn>
                </a:cxnLst>
                <a:rect l="l" t="t" r="r" b="b"/>
                <a:pathLst>
                  <a:path w="55498" h="12700">
                    <a:moveTo>
                      <a:pt x="0" y="0"/>
                    </a:moveTo>
                    <a:lnTo>
                      <a:pt x="55499" y="0"/>
                    </a:lnTo>
                  </a:path>
                </a:pathLst>
              </a:custGeom>
              <a:noFill/>
              <a:ln w="13589" cap="flat">
                <a:solidFill>
                  <a:srgbClr val="000000">
                    <a:alpha val="70000"/>
                  </a:srgbClr>
                </a:solidFill>
                <a:prstDash val="solid"/>
                <a:round/>
              </a:ln>
            </p:spPr>
            <p:txBody>
              <a:bodyPr rtlCol="0" anchor="ctr"/>
              <a:lstStyle/>
              <a:p>
                <a:endParaRPr lang="en-GB"/>
              </a:p>
            </p:txBody>
          </p:sp>
          <p:sp>
            <p:nvSpPr>
              <p:cNvPr id="98" name="Free-form: Shape 97">
                <a:extLst>
                  <a:ext uri="{FF2B5EF4-FFF2-40B4-BE49-F238E27FC236}">
                    <a16:creationId xmlns:a16="http://schemas.microsoft.com/office/drawing/2014/main" id="{4227EC9A-D388-C208-F968-839EFA34DFD2}"/>
                  </a:ext>
                </a:extLst>
              </p:cNvPr>
              <p:cNvSpPr/>
              <p:nvPr/>
            </p:nvSpPr>
            <p:spPr>
              <a:xfrm>
                <a:off x="6638035" y="5246370"/>
                <a:ext cx="55498" cy="12700"/>
              </a:xfrm>
              <a:custGeom>
                <a:avLst/>
                <a:gdLst>
                  <a:gd name="connsiteX0" fmla="*/ 0 w 55498"/>
                  <a:gd name="connsiteY0" fmla="*/ 0 h 12700"/>
                  <a:gd name="connsiteX1" fmla="*/ 55499 w 55498"/>
                  <a:gd name="connsiteY1" fmla="*/ 0 h 12700"/>
                </a:gdLst>
                <a:ahLst/>
                <a:cxnLst>
                  <a:cxn ang="0">
                    <a:pos x="connsiteX0" y="connsiteY0"/>
                  </a:cxn>
                  <a:cxn ang="0">
                    <a:pos x="connsiteX1" y="connsiteY1"/>
                  </a:cxn>
                </a:cxnLst>
                <a:rect l="l" t="t" r="r" b="b"/>
                <a:pathLst>
                  <a:path w="55498" h="12700">
                    <a:moveTo>
                      <a:pt x="0" y="0"/>
                    </a:moveTo>
                    <a:lnTo>
                      <a:pt x="55499" y="0"/>
                    </a:lnTo>
                  </a:path>
                </a:pathLst>
              </a:custGeom>
              <a:noFill/>
              <a:ln w="13589" cap="flat">
                <a:solidFill>
                  <a:srgbClr val="000000">
                    <a:alpha val="70000"/>
                  </a:srgbClr>
                </a:solidFill>
                <a:prstDash val="solid"/>
                <a:round/>
              </a:ln>
            </p:spPr>
            <p:txBody>
              <a:bodyPr rtlCol="0" anchor="ctr"/>
              <a:lstStyle/>
              <a:p>
                <a:endParaRPr lang="en-GB"/>
              </a:p>
            </p:txBody>
          </p:sp>
          <p:sp>
            <p:nvSpPr>
              <p:cNvPr id="99" name="Free-form: Shape 98">
                <a:extLst>
                  <a:ext uri="{FF2B5EF4-FFF2-40B4-BE49-F238E27FC236}">
                    <a16:creationId xmlns:a16="http://schemas.microsoft.com/office/drawing/2014/main" id="{8A38DFD8-F222-D701-FB7F-8092FB8B9731}"/>
                  </a:ext>
                </a:extLst>
              </p:cNvPr>
              <p:cNvSpPr/>
              <p:nvPr/>
            </p:nvSpPr>
            <p:spPr>
              <a:xfrm>
                <a:off x="6665848" y="5246370"/>
                <a:ext cx="12700" cy="2032"/>
              </a:xfrm>
              <a:custGeom>
                <a:avLst/>
                <a:gdLst>
                  <a:gd name="connsiteX0" fmla="*/ 0 w 12700"/>
                  <a:gd name="connsiteY0" fmla="*/ 0 h 2032"/>
                  <a:gd name="connsiteX1" fmla="*/ 0 w 12700"/>
                  <a:gd name="connsiteY1" fmla="*/ 2032 h 2032"/>
                </a:gdLst>
                <a:ahLst/>
                <a:cxnLst>
                  <a:cxn ang="0">
                    <a:pos x="connsiteX0" y="connsiteY0"/>
                  </a:cxn>
                  <a:cxn ang="0">
                    <a:pos x="connsiteX1" y="connsiteY1"/>
                  </a:cxn>
                </a:cxnLst>
                <a:rect l="l" t="t" r="r" b="b"/>
                <a:pathLst>
                  <a:path w="12700" h="2032">
                    <a:moveTo>
                      <a:pt x="0" y="0"/>
                    </a:moveTo>
                    <a:lnTo>
                      <a:pt x="0" y="2032"/>
                    </a:lnTo>
                  </a:path>
                </a:pathLst>
              </a:custGeom>
              <a:noFill/>
              <a:ln w="13589" cap="flat">
                <a:solidFill>
                  <a:srgbClr val="000000">
                    <a:alpha val="70000"/>
                  </a:srgbClr>
                </a:solidFill>
                <a:prstDash val="solid"/>
                <a:round/>
              </a:ln>
            </p:spPr>
            <p:txBody>
              <a:bodyPr rtlCol="0" anchor="ctr"/>
              <a:lstStyle/>
              <a:p>
                <a:endParaRPr lang="en-GB"/>
              </a:p>
            </p:txBody>
          </p:sp>
          <p:sp>
            <p:nvSpPr>
              <p:cNvPr id="100" name="Free-form: Shape 99">
                <a:extLst>
                  <a:ext uri="{FF2B5EF4-FFF2-40B4-BE49-F238E27FC236}">
                    <a16:creationId xmlns:a16="http://schemas.microsoft.com/office/drawing/2014/main" id="{494ACF42-1EBC-A6A7-F743-7606E114CBA8}"/>
                  </a:ext>
                </a:extLst>
              </p:cNvPr>
              <p:cNvSpPr/>
              <p:nvPr/>
            </p:nvSpPr>
            <p:spPr>
              <a:xfrm>
                <a:off x="6638035" y="5248402"/>
                <a:ext cx="55498" cy="12700"/>
              </a:xfrm>
              <a:custGeom>
                <a:avLst/>
                <a:gdLst>
                  <a:gd name="connsiteX0" fmla="*/ 0 w 55498"/>
                  <a:gd name="connsiteY0" fmla="*/ 0 h 12700"/>
                  <a:gd name="connsiteX1" fmla="*/ 55499 w 55498"/>
                  <a:gd name="connsiteY1" fmla="*/ 0 h 12700"/>
                </a:gdLst>
                <a:ahLst/>
                <a:cxnLst>
                  <a:cxn ang="0">
                    <a:pos x="connsiteX0" y="connsiteY0"/>
                  </a:cxn>
                  <a:cxn ang="0">
                    <a:pos x="connsiteX1" y="connsiteY1"/>
                  </a:cxn>
                </a:cxnLst>
                <a:rect l="l" t="t" r="r" b="b"/>
                <a:pathLst>
                  <a:path w="55498" h="12700">
                    <a:moveTo>
                      <a:pt x="0" y="0"/>
                    </a:moveTo>
                    <a:lnTo>
                      <a:pt x="55499" y="0"/>
                    </a:lnTo>
                  </a:path>
                </a:pathLst>
              </a:custGeom>
              <a:noFill/>
              <a:ln w="13589" cap="flat">
                <a:solidFill>
                  <a:srgbClr val="000000">
                    <a:alpha val="70000"/>
                  </a:srgbClr>
                </a:solidFill>
                <a:prstDash val="solid"/>
                <a:round/>
              </a:ln>
            </p:spPr>
            <p:txBody>
              <a:bodyPr rtlCol="0" anchor="ctr"/>
              <a:lstStyle/>
              <a:p>
                <a:endParaRPr lang="en-GB"/>
              </a:p>
            </p:txBody>
          </p:sp>
          <p:sp>
            <p:nvSpPr>
              <p:cNvPr id="101" name="Free-form: Shape 100">
                <a:extLst>
                  <a:ext uri="{FF2B5EF4-FFF2-40B4-BE49-F238E27FC236}">
                    <a16:creationId xmlns:a16="http://schemas.microsoft.com/office/drawing/2014/main" id="{147B2ED5-2CD9-F0E4-0561-C33B864A4F33}"/>
                  </a:ext>
                </a:extLst>
              </p:cNvPr>
              <p:cNvSpPr/>
              <p:nvPr/>
            </p:nvSpPr>
            <p:spPr>
              <a:xfrm>
                <a:off x="7096125" y="4953253"/>
                <a:ext cx="74040" cy="12700"/>
              </a:xfrm>
              <a:custGeom>
                <a:avLst/>
                <a:gdLst>
                  <a:gd name="connsiteX0" fmla="*/ 0 w 74040"/>
                  <a:gd name="connsiteY0" fmla="*/ 0 h 12700"/>
                  <a:gd name="connsiteX1" fmla="*/ 74041 w 74040"/>
                  <a:gd name="connsiteY1" fmla="*/ 0 h 12700"/>
                </a:gdLst>
                <a:ahLst/>
                <a:cxnLst>
                  <a:cxn ang="0">
                    <a:pos x="connsiteX0" y="connsiteY0"/>
                  </a:cxn>
                  <a:cxn ang="0">
                    <a:pos x="connsiteX1" y="connsiteY1"/>
                  </a:cxn>
                </a:cxnLst>
                <a:rect l="l" t="t" r="r" b="b"/>
                <a:pathLst>
                  <a:path w="74040" h="12700">
                    <a:moveTo>
                      <a:pt x="0" y="0"/>
                    </a:moveTo>
                    <a:lnTo>
                      <a:pt x="74041" y="0"/>
                    </a:lnTo>
                  </a:path>
                </a:pathLst>
              </a:custGeom>
              <a:noFill/>
              <a:ln w="13589" cap="flat">
                <a:solidFill>
                  <a:srgbClr val="000000">
                    <a:alpha val="70000"/>
                  </a:srgbClr>
                </a:solidFill>
                <a:prstDash val="solid"/>
                <a:round/>
              </a:ln>
            </p:spPr>
            <p:txBody>
              <a:bodyPr rtlCol="0" anchor="ctr"/>
              <a:lstStyle/>
              <a:p>
                <a:endParaRPr lang="en-GB"/>
              </a:p>
            </p:txBody>
          </p:sp>
          <p:sp>
            <p:nvSpPr>
              <p:cNvPr id="102" name="Free-form: Shape 101">
                <a:extLst>
                  <a:ext uri="{FF2B5EF4-FFF2-40B4-BE49-F238E27FC236}">
                    <a16:creationId xmlns:a16="http://schemas.microsoft.com/office/drawing/2014/main" id="{8D349C5B-F2F4-1B07-B55F-EDFD4E61BF99}"/>
                  </a:ext>
                </a:extLst>
              </p:cNvPr>
              <p:cNvSpPr/>
              <p:nvPr/>
            </p:nvSpPr>
            <p:spPr>
              <a:xfrm>
                <a:off x="7133209" y="4953253"/>
                <a:ext cx="12700" cy="143510"/>
              </a:xfrm>
              <a:custGeom>
                <a:avLst/>
                <a:gdLst>
                  <a:gd name="connsiteX0" fmla="*/ 0 w 12700"/>
                  <a:gd name="connsiteY0" fmla="*/ 0 h 143510"/>
                  <a:gd name="connsiteX1" fmla="*/ 0 w 12700"/>
                  <a:gd name="connsiteY1" fmla="*/ 143510 h 143510"/>
                </a:gdLst>
                <a:ahLst/>
                <a:cxnLst>
                  <a:cxn ang="0">
                    <a:pos x="connsiteX0" y="connsiteY0"/>
                  </a:cxn>
                  <a:cxn ang="0">
                    <a:pos x="connsiteX1" y="connsiteY1"/>
                  </a:cxn>
                </a:cxnLst>
                <a:rect l="l" t="t" r="r" b="b"/>
                <a:pathLst>
                  <a:path w="12700" h="143510">
                    <a:moveTo>
                      <a:pt x="0" y="0"/>
                    </a:moveTo>
                    <a:lnTo>
                      <a:pt x="0" y="143510"/>
                    </a:lnTo>
                  </a:path>
                </a:pathLst>
              </a:custGeom>
              <a:noFill/>
              <a:ln w="13589" cap="flat">
                <a:solidFill>
                  <a:srgbClr val="000000">
                    <a:alpha val="70000"/>
                  </a:srgbClr>
                </a:solidFill>
                <a:prstDash val="solid"/>
                <a:round/>
              </a:ln>
            </p:spPr>
            <p:txBody>
              <a:bodyPr rtlCol="0" anchor="ctr"/>
              <a:lstStyle/>
              <a:p>
                <a:endParaRPr lang="en-GB"/>
              </a:p>
            </p:txBody>
          </p:sp>
          <p:sp>
            <p:nvSpPr>
              <p:cNvPr id="103" name="Free-form: Shape 102">
                <a:extLst>
                  <a:ext uri="{FF2B5EF4-FFF2-40B4-BE49-F238E27FC236}">
                    <a16:creationId xmlns:a16="http://schemas.microsoft.com/office/drawing/2014/main" id="{DE2CF227-2E27-C901-866D-75FA8B64E861}"/>
                  </a:ext>
                </a:extLst>
              </p:cNvPr>
              <p:cNvSpPr/>
              <p:nvPr/>
            </p:nvSpPr>
            <p:spPr>
              <a:xfrm>
                <a:off x="7096125" y="5096764"/>
                <a:ext cx="74040" cy="12700"/>
              </a:xfrm>
              <a:custGeom>
                <a:avLst/>
                <a:gdLst>
                  <a:gd name="connsiteX0" fmla="*/ 0 w 74040"/>
                  <a:gd name="connsiteY0" fmla="*/ 0 h 12700"/>
                  <a:gd name="connsiteX1" fmla="*/ 74041 w 74040"/>
                  <a:gd name="connsiteY1" fmla="*/ 0 h 12700"/>
                </a:gdLst>
                <a:ahLst/>
                <a:cxnLst>
                  <a:cxn ang="0">
                    <a:pos x="connsiteX0" y="connsiteY0"/>
                  </a:cxn>
                  <a:cxn ang="0">
                    <a:pos x="connsiteX1" y="connsiteY1"/>
                  </a:cxn>
                </a:cxnLst>
                <a:rect l="l" t="t" r="r" b="b"/>
                <a:pathLst>
                  <a:path w="74040" h="12700">
                    <a:moveTo>
                      <a:pt x="0" y="0"/>
                    </a:moveTo>
                    <a:lnTo>
                      <a:pt x="74041" y="0"/>
                    </a:lnTo>
                  </a:path>
                </a:pathLst>
              </a:custGeom>
              <a:noFill/>
              <a:ln w="13589" cap="flat">
                <a:solidFill>
                  <a:srgbClr val="000000">
                    <a:alpha val="70000"/>
                  </a:srgbClr>
                </a:solidFill>
                <a:prstDash val="solid"/>
                <a:round/>
              </a:ln>
            </p:spPr>
            <p:txBody>
              <a:bodyPr rtlCol="0" anchor="ctr"/>
              <a:lstStyle/>
              <a:p>
                <a:endParaRPr lang="en-GB"/>
              </a:p>
            </p:txBody>
          </p:sp>
          <p:sp>
            <p:nvSpPr>
              <p:cNvPr id="104" name="Free-form: Shape 103">
                <a:extLst>
                  <a:ext uri="{FF2B5EF4-FFF2-40B4-BE49-F238E27FC236}">
                    <a16:creationId xmlns:a16="http://schemas.microsoft.com/office/drawing/2014/main" id="{1F3996E7-070F-3A82-EF19-14EAE380C220}"/>
                  </a:ext>
                </a:extLst>
              </p:cNvPr>
              <p:cNvSpPr/>
              <p:nvPr/>
            </p:nvSpPr>
            <p:spPr>
              <a:xfrm>
                <a:off x="7466329" y="4735067"/>
                <a:ext cx="74041" cy="12700"/>
              </a:xfrm>
              <a:custGeom>
                <a:avLst/>
                <a:gdLst>
                  <a:gd name="connsiteX0" fmla="*/ 0 w 74041"/>
                  <a:gd name="connsiteY0" fmla="*/ 0 h 12700"/>
                  <a:gd name="connsiteX1" fmla="*/ 74041 w 74041"/>
                  <a:gd name="connsiteY1" fmla="*/ 0 h 12700"/>
                </a:gdLst>
                <a:ahLst/>
                <a:cxnLst>
                  <a:cxn ang="0">
                    <a:pos x="connsiteX0" y="connsiteY0"/>
                  </a:cxn>
                  <a:cxn ang="0">
                    <a:pos x="connsiteX1" y="connsiteY1"/>
                  </a:cxn>
                </a:cxnLst>
                <a:rect l="l" t="t" r="r" b="b"/>
                <a:pathLst>
                  <a:path w="74041" h="12700">
                    <a:moveTo>
                      <a:pt x="0" y="0"/>
                    </a:moveTo>
                    <a:lnTo>
                      <a:pt x="74041" y="0"/>
                    </a:lnTo>
                  </a:path>
                </a:pathLst>
              </a:custGeom>
              <a:noFill/>
              <a:ln w="13589" cap="flat">
                <a:solidFill>
                  <a:srgbClr val="000000">
                    <a:alpha val="70000"/>
                  </a:srgbClr>
                </a:solidFill>
                <a:prstDash val="solid"/>
                <a:round/>
              </a:ln>
            </p:spPr>
            <p:txBody>
              <a:bodyPr rtlCol="0" anchor="ctr"/>
              <a:lstStyle/>
              <a:p>
                <a:endParaRPr lang="en-GB"/>
              </a:p>
            </p:txBody>
          </p:sp>
          <p:sp>
            <p:nvSpPr>
              <p:cNvPr id="105" name="Free-form: Shape 104">
                <a:extLst>
                  <a:ext uri="{FF2B5EF4-FFF2-40B4-BE49-F238E27FC236}">
                    <a16:creationId xmlns:a16="http://schemas.microsoft.com/office/drawing/2014/main" id="{6385A18B-6ED2-032F-08D4-2BD8EF135953}"/>
                  </a:ext>
                </a:extLst>
              </p:cNvPr>
              <p:cNvSpPr/>
              <p:nvPr/>
            </p:nvSpPr>
            <p:spPr>
              <a:xfrm>
                <a:off x="7503286" y="4735067"/>
                <a:ext cx="12700" cy="214629"/>
              </a:xfrm>
              <a:custGeom>
                <a:avLst/>
                <a:gdLst>
                  <a:gd name="connsiteX0" fmla="*/ 0 w 12700"/>
                  <a:gd name="connsiteY0" fmla="*/ 0 h 214629"/>
                  <a:gd name="connsiteX1" fmla="*/ 0 w 12700"/>
                  <a:gd name="connsiteY1" fmla="*/ 214630 h 214629"/>
                </a:gdLst>
                <a:ahLst/>
                <a:cxnLst>
                  <a:cxn ang="0">
                    <a:pos x="connsiteX0" y="connsiteY0"/>
                  </a:cxn>
                  <a:cxn ang="0">
                    <a:pos x="connsiteX1" y="connsiteY1"/>
                  </a:cxn>
                </a:cxnLst>
                <a:rect l="l" t="t" r="r" b="b"/>
                <a:pathLst>
                  <a:path w="12700" h="214629">
                    <a:moveTo>
                      <a:pt x="0" y="0"/>
                    </a:moveTo>
                    <a:lnTo>
                      <a:pt x="0" y="214630"/>
                    </a:lnTo>
                  </a:path>
                </a:pathLst>
              </a:custGeom>
              <a:noFill/>
              <a:ln w="13589" cap="flat">
                <a:solidFill>
                  <a:srgbClr val="000000">
                    <a:alpha val="70000"/>
                  </a:srgbClr>
                </a:solidFill>
                <a:prstDash val="solid"/>
                <a:round/>
              </a:ln>
            </p:spPr>
            <p:txBody>
              <a:bodyPr rtlCol="0" anchor="ctr"/>
              <a:lstStyle/>
              <a:p>
                <a:endParaRPr lang="en-GB"/>
              </a:p>
            </p:txBody>
          </p:sp>
          <p:sp>
            <p:nvSpPr>
              <p:cNvPr id="106" name="Free-form: Shape 105">
                <a:extLst>
                  <a:ext uri="{FF2B5EF4-FFF2-40B4-BE49-F238E27FC236}">
                    <a16:creationId xmlns:a16="http://schemas.microsoft.com/office/drawing/2014/main" id="{6BB1EC45-C081-E220-83D1-715C49061E26}"/>
                  </a:ext>
                </a:extLst>
              </p:cNvPr>
              <p:cNvSpPr/>
              <p:nvPr/>
            </p:nvSpPr>
            <p:spPr>
              <a:xfrm>
                <a:off x="7466329" y="4949697"/>
                <a:ext cx="74041" cy="12700"/>
              </a:xfrm>
              <a:custGeom>
                <a:avLst/>
                <a:gdLst>
                  <a:gd name="connsiteX0" fmla="*/ 0 w 74041"/>
                  <a:gd name="connsiteY0" fmla="*/ 0 h 12700"/>
                  <a:gd name="connsiteX1" fmla="*/ 74041 w 74041"/>
                  <a:gd name="connsiteY1" fmla="*/ 0 h 12700"/>
                </a:gdLst>
                <a:ahLst/>
                <a:cxnLst>
                  <a:cxn ang="0">
                    <a:pos x="connsiteX0" y="connsiteY0"/>
                  </a:cxn>
                  <a:cxn ang="0">
                    <a:pos x="connsiteX1" y="connsiteY1"/>
                  </a:cxn>
                </a:cxnLst>
                <a:rect l="l" t="t" r="r" b="b"/>
                <a:pathLst>
                  <a:path w="74041" h="12700">
                    <a:moveTo>
                      <a:pt x="0" y="0"/>
                    </a:moveTo>
                    <a:lnTo>
                      <a:pt x="74041" y="0"/>
                    </a:lnTo>
                  </a:path>
                </a:pathLst>
              </a:custGeom>
              <a:noFill/>
              <a:ln w="13589" cap="flat">
                <a:solidFill>
                  <a:srgbClr val="000000">
                    <a:alpha val="70000"/>
                  </a:srgbClr>
                </a:solidFill>
                <a:prstDash val="solid"/>
                <a:round/>
              </a:ln>
            </p:spPr>
            <p:txBody>
              <a:bodyPr rtlCol="0" anchor="ctr"/>
              <a:lstStyle/>
              <a:p>
                <a:endParaRPr lang="en-GB"/>
              </a:p>
            </p:txBody>
          </p:sp>
          <p:sp>
            <p:nvSpPr>
              <p:cNvPr id="107" name="Free-form: Shape 106">
                <a:extLst>
                  <a:ext uri="{FF2B5EF4-FFF2-40B4-BE49-F238E27FC236}">
                    <a16:creationId xmlns:a16="http://schemas.microsoft.com/office/drawing/2014/main" id="{D93FB199-ED5E-64D0-6048-A2919C25CE68}"/>
                  </a:ext>
                </a:extLst>
              </p:cNvPr>
              <p:cNvSpPr/>
              <p:nvPr/>
            </p:nvSpPr>
            <p:spPr>
              <a:xfrm>
                <a:off x="7915147" y="3244976"/>
                <a:ext cx="55498" cy="12700"/>
              </a:xfrm>
              <a:custGeom>
                <a:avLst/>
                <a:gdLst>
                  <a:gd name="connsiteX0" fmla="*/ 0 w 55498"/>
                  <a:gd name="connsiteY0" fmla="*/ 0 h 12700"/>
                  <a:gd name="connsiteX1" fmla="*/ 55499 w 55498"/>
                  <a:gd name="connsiteY1" fmla="*/ 0 h 12700"/>
                </a:gdLst>
                <a:ahLst/>
                <a:cxnLst>
                  <a:cxn ang="0">
                    <a:pos x="connsiteX0" y="connsiteY0"/>
                  </a:cxn>
                  <a:cxn ang="0">
                    <a:pos x="connsiteX1" y="connsiteY1"/>
                  </a:cxn>
                </a:cxnLst>
                <a:rect l="l" t="t" r="r" b="b"/>
                <a:pathLst>
                  <a:path w="55498" h="12700">
                    <a:moveTo>
                      <a:pt x="0" y="0"/>
                    </a:moveTo>
                    <a:lnTo>
                      <a:pt x="55499" y="0"/>
                    </a:lnTo>
                  </a:path>
                </a:pathLst>
              </a:custGeom>
              <a:noFill/>
              <a:ln w="13589" cap="flat">
                <a:solidFill>
                  <a:srgbClr val="000000">
                    <a:alpha val="70000"/>
                  </a:srgbClr>
                </a:solidFill>
                <a:prstDash val="solid"/>
                <a:round/>
              </a:ln>
            </p:spPr>
            <p:txBody>
              <a:bodyPr rtlCol="0" anchor="ctr"/>
              <a:lstStyle/>
              <a:p>
                <a:endParaRPr lang="en-GB"/>
              </a:p>
            </p:txBody>
          </p:sp>
          <p:sp>
            <p:nvSpPr>
              <p:cNvPr id="108" name="Free-form: Shape 107">
                <a:extLst>
                  <a:ext uri="{FF2B5EF4-FFF2-40B4-BE49-F238E27FC236}">
                    <a16:creationId xmlns:a16="http://schemas.microsoft.com/office/drawing/2014/main" id="{6B7D6FFF-140F-9DA2-D32F-6EFEE1AC4DD5}"/>
                  </a:ext>
                </a:extLst>
              </p:cNvPr>
              <p:cNvSpPr/>
              <p:nvPr/>
            </p:nvSpPr>
            <p:spPr>
              <a:xfrm>
                <a:off x="7942834" y="3244976"/>
                <a:ext cx="12700" cy="1444370"/>
              </a:xfrm>
              <a:custGeom>
                <a:avLst/>
                <a:gdLst>
                  <a:gd name="connsiteX0" fmla="*/ 0 w 12700"/>
                  <a:gd name="connsiteY0" fmla="*/ 0 h 1444370"/>
                  <a:gd name="connsiteX1" fmla="*/ 0 w 12700"/>
                  <a:gd name="connsiteY1" fmla="*/ 1444371 h 1444370"/>
                </a:gdLst>
                <a:ahLst/>
                <a:cxnLst>
                  <a:cxn ang="0">
                    <a:pos x="connsiteX0" y="connsiteY0"/>
                  </a:cxn>
                  <a:cxn ang="0">
                    <a:pos x="connsiteX1" y="connsiteY1"/>
                  </a:cxn>
                </a:cxnLst>
                <a:rect l="l" t="t" r="r" b="b"/>
                <a:pathLst>
                  <a:path w="12700" h="1444370">
                    <a:moveTo>
                      <a:pt x="0" y="0"/>
                    </a:moveTo>
                    <a:lnTo>
                      <a:pt x="0" y="1444371"/>
                    </a:lnTo>
                  </a:path>
                </a:pathLst>
              </a:custGeom>
              <a:noFill/>
              <a:ln w="13589" cap="flat">
                <a:solidFill>
                  <a:srgbClr val="000000">
                    <a:alpha val="70000"/>
                  </a:srgbClr>
                </a:solidFill>
                <a:prstDash val="solid"/>
                <a:round/>
              </a:ln>
            </p:spPr>
            <p:txBody>
              <a:bodyPr rtlCol="0" anchor="ctr"/>
              <a:lstStyle/>
              <a:p>
                <a:endParaRPr lang="en-GB"/>
              </a:p>
            </p:txBody>
          </p:sp>
          <p:sp>
            <p:nvSpPr>
              <p:cNvPr id="109" name="Free-form: Shape 108">
                <a:extLst>
                  <a:ext uri="{FF2B5EF4-FFF2-40B4-BE49-F238E27FC236}">
                    <a16:creationId xmlns:a16="http://schemas.microsoft.com/office/drawing/2014/main" id="{707E38F3-2DAE-17C3-4A1D-2017DAD63930}"/>
                  </a:ext>
                </a:extLst>
              </p:cNvPr>
              <p:cNvSpPr/>
              <p:nvPr/>
            </p:nvSpPr>
            <p:spPr>
              <a:xfrm>
                <a:off x="7915147" y="4689347"/>
                <a:ext cx="55498" cy="12700"/>
              </a:xfrm>
              <a:custGeom>
                <a:avLst/>
                <a:gdLst>
                  <a:gd name="connsiteX0" fmla="*/ 0 w 55498"/>
                  <a:gd name="connsiteY0" fmla="*/ 0 h 12700"/>
                  <a:gd name="connsiteX1" fmla="*/ 55499 w 55498"/>
                  <a:gd name="connsiteY1" fmla="*/ 0 h 12700"/>
                </a:gdLst>
                <a:ahLst/>
                <a:cxnLst>
                  <a:cxn ang="0">
                    <a:pos x="connsiteX0" y="connsiteY0"/>
                  </a:cxn>
                  <a:cxn ang="0">
                    <a:pos x="connsiteX1" y="connsiteY1"/>
                  </a:cxn>
                </a:cxnLst>
                <a:rect l="l" t="t" r="r" b="b"/>
                <a:pathLst>
                  <a:path w="55498" h="12700">
                    <a:moveTo>
                      <a:pt x="0" y="0"/>
                    </a:moveTo>
                    <a:lnTo>
                      <a:pt x="55499" y="0"/>
                    </a:lnTo>
                  </a:path>
                </a:pathLst>
              </a:custGeom>
              <a:noFill/>
              <a:ln w="13589" cap="flat">
                <a:solidFill>
                  <a:srgbClr val="000000">
                    <a:alpha val="70000"/>
                  </a:srgbClr>
                </a:solidFill>
                <a:prstDash val="solid"/>
                <a:round/>
              </a:ln>
            </p:spPr>
            <p:txBody>
              <a:bodyPr rtlCol="0" anchor="ctr"/>
              <a:lstStyle/>
              <a:p>
                <a:endParaRPr lang="en-GB"/>
              </a:p>
            </p:txBody>
          </p:sp>
          <p:sp>
            <p:nvSpPr>
              <p:cNvPr id="110" name="Free-form: Shape 109">
                <a:extLst>
                  <a:ext uri="{FF2B5EF4-FFF2-40B4-BE49-F238E27FC236}">
                    <a16:creationId xmlns:a16="http://schemas.microsoft.com/office/drawing/2014/main" id="{D60920EE-0F26-8829-3965-EA86C397004E}"/>
                  </a:ext>
                </a:extLst>
              </p:cNvPr>
              <p:cNvSpPr/>
              <p:nvPr/>
            </p:nvSpPr>
            <p:spPr>
              <a:xfrm>
                <a:off x="8053958" y="1678305"/>
                <a:ext cx="55498" cy="12700"/>
              </a:xfrm>
              <a:custGeom>
                <a:avLst/>
                <a:gdLst>
                  <a:gd name="connsiteX0" fmla="*/ 0 w 55498"/>
                  <a:gd name="connsiteY0" fmla="*/ 0 h 12700"/>
                  <a:gd name="connsiteX1" fmla="*/ 55499 w 55498"/>
                  <a:gd name="connsiteY1" fmla="*/ 0 h 12700"/>
                </a:gdLst>
                <a:ahLst/>
                <a:cxnLst>
                  <a:cxn ang="0">
                    <a:pos x="connsiteX0" y="connsiteY0"/>
                  </a:cxn>
                  <a:cxn ang="0">
                    <a:pos x="connsiteX1" y="connsiteY1"/>
                  </a:cxn>
                </a:cxnLst>
                <a:rect l="l" t="t" r="r" b="b"/>
                <a:pathLst>
                  <a:path w="55498" h="12700">
                    <a:moveTo>
                      <a:pt x="0" y="0"/>
                    </a:moveTo>
                    <a:lnTo>
                      <a:pt x="55499" y="0"/>
                    </a:lnTo>
                  </a:path>
                </a:pathLst>
              </a:custGeom>
              <a:noFill/>
              <a:ln w="13589" cap="flat">
                <a:solidFill>
                  <a:srgbClr val="000000">
                    <a:alpha val="70000"/>
                  </a:srgbClr>
                </a:solidFill>
                <a:prstDash val="solid"/>
                <a:round/>
              </a:ln>
            </p:spPr>
            <p:txBody>
              <a:bodyPr rtlCol="0" anchor="ctr"/>
              <a:lstStyle/>
              <a:p>
                <a:endParaRPr lang="en-GB"/>
              </a:p>
            </p:txBody>
          </p:sp>
          <p:sp>
            <p:nvSpPr>
              <p:cNvPr id="111" name="Free-form: Shape 110">
                <a:extLst>
                  <a:ext uri="{FF2B5EF4-FFF2-40B4-BE49-F238E27FC236}">
                    <a16:creationId xmlns:a16="http://schemas.microsoft.com/office/drawing/2014/main" id="{0C234102-D687-78D1-4BFB-86BFE3EFE20D}"/>
                  </a:ext>
                </a:extLst>
              </p:cNvPr>
              <p:cNvSpPr/>
              <p:nvPr/>
            </p:nvSpPr>
            <p:spPr>
              <a:xfrm>
                <a:off x="8081644" y="1678305"/>
                <a:ext cx="12700" cy="2956433"/>
              </a:xfrm>
              <a:custGeom>
                <a:avLst/>
                <a:gdLst>
                  <a:gd name="connsiteX0" fmla="*/ 0 w 12700"/>
                  <a:gd name="connsiteY0" fmla="*/ 0 h 2956433"/>
                  <a:gd name="connsiteX1" fmla="*/ 0 w 12700"/>
                  <a:gd name="connsiteY1" fmla="*/ 2956433 h 2956433"/>
                </a:gdLst>
                <a:ahLst/>
                <a:cxnLst>
                  <a:cxn ang="0">
                    <a:pos x="connsiteX0" y="connsiteY0"/>
                  </a:cxn>
                  <a:cxn ang="0">
                    <a:pos x="connsiteX1" y="connsiteY1"/>
                  </a:cxn>
                </a:cxnLst>
                <a:rect l="l" t="t" r="r" b="b"/>
                <a:pathLst>
                  <a:path w="12700" h="2956433">
                    <a:moveTo>
                      <a:pt x="0" y="0"/>
                    </a:moveTo>
                    <a:lnTo>
                      <a:pt x="0" y="2956433"/>
                    </a:lnTo>
                  </a:path>
                </a:pathLst>
              </a:custGeom>
              <a:noFill/>
              <a:ln w="13589" cap="flat">
                <a:solidFill>
                  <a:srgbClr val="000000">
                    <a:alpha val="70000"/>
                  </a:srgbClr>
                </a:solidFill>
                <a:prstDash val="solid"/>
                <a:round/>
              </a:ln>
            </p:spPr>
            <p:txBody>
              <a:bodyPr rtlCol="0" anchor="ctr"/>
              <a:lstStyle/>
              <a:p>
                <a:endParaRPr lang="en-GB"/>
              </a:p>
            </p:txBody>
          </p:sp>
          <p:sp>
            <p:nvSpPr>
              <p:cNvPr id="112" name="Free-form: Shape 111">
                <a:extLst>
                  <a:ext uri="{FF2B5EF4-FFF2-40B4-BE49-F238E27FC236}">
                    <a16:creationId xmlns:a16="http://schemas.microsoft.com/office/drawing/2014/main" id="{55AF1A4E-B4FE-6C8D-9E9A-F9AE12EF1DA9}"/>
                  </a:ext>
                </a:extLst>
              </p:cNvPr>
              <p:cNvSpPr/>
              <p:nvPr/>
            </p:nvSpPr>
            <p:spPr>
              <a:xfrm>
                <a:off x="8053958" y="4634738"/>
                <a:ext cx="55498" cy="12700"/>
              </a:xfrm>
              <a:custGeom>
                <a:avLst/>
                <a:gdLst>
                  <a:gd name="connsiteX0" fmla="*/ 0 w 55498"/>
                  <a:gd name="connsiteY0" fmla="*/ 0 h 12700"/>
                  <a:gd name="connsiteX1" fmla="*/ 55499 w 55498"/>
                  <a:gd name="connsiteY1" fmla="*/ 0 h 12700"/>
                </a:gdLst>
                <a:ahLst/>
                <a:cxnLst>
                  <a:cxn ang="0">
                    <a:pos x="connsiteX0" y="connsiteY0"/>
                  </a:cxn>
                  <a:cxn ang="0">
                    <a:pos x="connsiteX1" y="connsiteY1"/>
                  </a:cxn>
                </a:cxnLst>
                <a:rect l="l" t="t" r="r" b="b"/>
                <a:pathLst>
                  <a:path w="55498" h="12700">
                    <a:moveTo>
                      <a:pt x="0" y="0"/>
                    </a:moveTo>
                    <a:lnTo>
                      <a:pt x="55499" y="0"/>
                    </a:lnTo>
                  </a:path>
                </a:pathLst>
              </a:custGeom>
              <a:noFill/>
              <a:ln w="13589" cap="flat">
                <a:solidFill>
                  <a:srgbClr val="000000">
                    <a:alpha val="70000"/>
                  </a:srgbClr>
                </a:solidFill>
                <a:prstDash val="solid"/>
                <a:round/>
              </a:ln>
            </p:spPr>
            <p:txBody>
              <a:bodyPr rtlCol="0" anchor="ctr"/>
              <a:lstStyle/>
              <a:p>
                <a:endParaRPr lang="en-GB"/>
              </a:p>
            </p:txBody>
          </p:sp>
          <p:sp>
            <p:nvSpPr>
              <p:cNvPr id="113" name="Free-form: Shape 112">
                <a:extLst>
                  <a:ext uri="{FF2B5EF4-FFF2-40B4-BE49-F238E27FC236}">
                    <a16:creationId xmlns:a16="http://schemas.microsoft.com/office/drawing/2014/main" id="{7689494E-1A5C-BBA1-9E70-2A413AFF6FD5}"/>
                  </a:ext>
                </a:extLst>
              </p:cNvPr>
              <p:cNvSpPr/>
              <p:nvPr/>
            </p:nvSpPr>
            <p:spPr>
              <a:xfrm>
                <a:off x="8192769" y="4936235"/>
                <a:ext cx="55498" cy="12700"/>
              </a:xfrm>
              <a:custGeom>
                <a:avLst/>
                <a:gdLst>
                  <a:gd name="connsiteX0" fmla="*/ 0 w 55498"/>
                  <a:gd name="connsiteY0" fmla="*/ 0 h 12700"/>
                  <a:gd name="connsiteX1" fmla="*/ 55499 w 55498"/>
                  <a:gd name="connsiteY1" fmla="*/ 0 h 12700"/>
                </a:gdLst>
                <a:ahLst/>
                <a:cxnLst>
                  <a:cxn ang="0">
                    <a:pos x="connsiteX0" y="connsiteY0"/>
                  </a:cxn>
                  <a:cxn ang="0">
                    <a:pos x="connsiteX1" y="connsiteY1"/>
                  </a:cxn>
                </a:cxnLst>
                <a:rect l="l" t="t" r="r" b="b"/>
                <a:pathLst>
                  <a:path w="55498" h="12700">
                    <a:moveTo>
                      <a:pt x="0" y="0"/>
                    </a:moveTo>
                    <a:lnTo>
                      <a:pt x="55499" y="0"/>
                    </a:lnTo>
                  </a:path>
                </a:pathLst>
              </a:custGeom>
              <a:noFill/>
              <a:ln w="13589" cap="flat">
                <a:solidFill>
                  <a:srgbClr val="000000">
                    <a:alpha val="70000"/>
                  </a:srgbClr>
                </a:solidFill>
                <a:prstDash val="solid"/>
                <a:round/>
              </a:ln>
            </p:spPr>
            <p:txBody>
              <a:bodyPr rtlCol="0" anchor="ctr"/>
              <a:lstStyle/>
              <a:p>
                <a:endParaRPr lang="en-GB"/>
              </a:p>
            </p:txBody>
          </p:sp>
          <p:sp>
            <p:nvSpPr>
              <p:cNvPr id="114" name="Free-form: Shape 113">
                <a:extLst>
                  <a:ext uri="{FF2B5EF4-FFF2-40B4-BE49-F238E27FC236}">
                    <a16:creationId xmlns:a16="http://schemas.microsoft.com/office/drawing/2014/main" id="{D855F78D-3871-5574-65A9-2819B032906F}"/>
                  </a:ext>
                </a:extLst>
              </p:cNvPr>
              <p:cNvSpPr/>
              <p:nvPr/>
            </p:nvSpPr>
            <p:spPr>
              <a:xfrm>
                <a:off x="8220456" y="4936235"/>
                <a:ext cx="12700" cy="233679"/>
              </a:xfrm>
              <a:custGeom>
                <a:avLst/>
                <a:gdLst>
                  <a:gd name="connsiteX0" fmla="*/ 0 w 12700"/>
                  <a:gd name="connsiteY0" fmla="*/ 0 h 233679"/>
                  <a:gd name="connsiteX1" fmla="*/ 0 w 12700"/>
                  <a:gd name="connsiteY1" fmla="*/ 233680 h 233679"/>
                </a:gdLst>
                <a:ahLst/>
                <a:cxnLst>
                  <a:cxn ang="0">
                    <a:pos x="connsiteX0" y="connsiteY0"/>
                  </a:cxn>
                  <a:cxn ang="0">
                    <a:pos x="connsiteX1" y="connsiteY1"/>
                  </a:cxn>
                </a:cxnLst>
                <a:rect l="l" t="t" r="r" b="b"/>
                <a:pathLst>
                  <a:path w="12700" h="233679">
                    <a:moveTo>
                      <a:pt x="0" y="0"/>
                    </a:moveTo>
                    <a:lnTo>
                      <a:pt x="0" y="233680"/>
                    </a:lnTo>
                  </a:path>
                </a:pathLst>
              </a:custGeom>
              <a:noFill/>
              <a:ln w="13589" cap="flat">
                <a:solidFill>
                  <a:srgbClr val="000000">
                    <a:alpha val="70000"/>
                  </a:srgbClr>
                </a:solidFill>
                <a:prstDash val="solid"/>
                <a:round/>
              </a:ln>
            </p:spPr>
            <p:txBody>
              <a:bodyPr rtlCol="0" anchor="ctr"/>
              <a:lstStyle/>
              <a:p>
                <a:endParaRPr lang="en-GB"/>
              </a:p>
            </p:txBody>
          </p:sp>
          <p:sp>
            <p:nvSpPr>
              <p:cNvPr id="115" name="Free-form: Shape 114">
                <a:extLst>
                  <a:ext uri="{FF2B5EF4-FFF2-40B4-BE49-F238E27FC236}">
                    <a16:creationId xmlns:a16="http://schemas.microsoft.com/office/drawing/2014/main" id="{F023356D-EA22-5897-258D-E67B28DD4571}"/>
                  </a:ext>
                </a:extLst>
              </p:cNvPr>
              <p:cNvSpPr/>
              <p:nvPr/>
            </p:nvSpPr>
            <p:spPr>
              <a:xfrm>
                <a:off x="8192769" y="5169915"/>
                <a:ext cx="55498" cy="12700"/>
              </a:xfrm>
              <a:custGeom>
                <a:avLst/>
                <a:gdLst>
                  <a:gd name="connsiteX0" fmla="*/ 0 w 55498"/>
                  <a:gd name="connsiteY0" fmla="*/ 0 h 12700"/>
                  <a:gd name="connsiteX1" fmla="*/ 55499 w 55498"/>
                  <a:gd name="connsiteY1" fmla="*/ 0 h 12700"/>
                </a:gdLst>
                <a:ahLst/>
                <a:cxnLst>
                  <a:cxn ang="0">
                    <a:pos x="connsiteX0" y="connsiteY0"/>
                  </a:cxn>
                  <a:cxn ang="0">
                    <a:pos x="connsiteX1" y="connsiteY1"/>
                  </a:cxn>
                </a:cxnLst>
                <a:rect l="l" t="t" r="r" b="b"/>
                <a:pathLst>
                  <a:path w="55498" h="12700">
                    <a:moveTo>
                      <a:pt x="0" y="0"/>
                    </a:moveTo>
                    <a:lnTo>
                      <a:pt x="55499" y="0"/>
                    </a:lnTo>
                  </a:path>
                </a:pathLst>
              </a:custGeom>
              <a:noFill/>
              <a:ln w="13589" cap="flat">
                <a:solidFill>
                  <a:srgbClr val="000000">
                    <a:alpha val="70000"/>
                  </a:srgbClr>
                </a:solidFill>
                <a:prstDash val="solid"/>
                <a:round/>
              </a:ln>
            </p:spPr>
            <p:txBody>
              <a:bodyPr rtlCol="0" anchor="ctr"/>
              <a:lstStyle/>
              <a:p>
                <a:endParaRPr lang="en-GB"/>
              </a:p>
            </p:txBody>
          </p:sp>
          <p:sp>
            <p:nvSpPr>
              <p:cNvPr id="116" name="Free-form: Shape 115">
                <a:extLst>
                  <a:ext uri="{FF2B5EF4-FFF2-40B4-BE49-F238E27FC236}">
                    <a16:creationId xmlns:a16="http://schemas.microsoft.com/office/drawing/2014/main" id="{14179CA8-F3C3-2433-5A7D-1F2493D7AA36}"/>
                  </a:ext>
                </a:extLst>
              </p:cNvPr>
              <p:cNvSpPr/>
              <p:nvPr/>
            </p:nvSpPr>
            <p:spPr>
              <a:xfrm>
                <a:off x="8331581" y="5224398"/>
                <a:ext cx="55498" cy="12700"/>
              </a:xfrm>
              <a:custGeom>
                <a:avLst/>
                <a:gdLst>
                  <a:gd name="connsiteX0" fmla="*/ 0 w 55498"/>
                  <a:gd name="connsiteY0" fmla="*/ 0 h 12700"/>
                  <a:gd name="connsiteX1" fmla="*/ 55499 w 55498"/>
                  <a:gd name="connsiteY1" fmla="*/ 0 h 12700"/>
                </a:gdLst>
                <a:ahLst/>
                <a:cxnLst>
                  <a:cxn ang="0">
                    <a:pos x="connsiteX0" y="connsiteY0"/>
                  </a:cxn>
                  <a:cxn ang="0">
                    <a:pos x="connsiteX1" y="connsiteY1"/>
                  </a:cxn>
                </a:cxnLst>
                <a:rect l="l" t="t" r="r" b="b"/>
                <a:pathLst>
                  <a:path w="55498" h="12700">
                    <a:moveTo>
                      <a:pt x="0" y="0"/>
                    </a:moveTo>
                    <a:lnTo>
                      <a:pt x="55499" y="0"/>
                    </a:lnTo>
                  </a:path>
                </a:pathLst>
              </a:custGeom>
              <a:noFill/>
              <a:ln w="13589" cap="flat">
                <a:solidFill>
                  <a:srgbClr val="000000">
                    <a:alpha val="70000"/>
                  </a:srgbClr>
                </a:solidFill>
                <a:prstDash val="solid"/>
                <a:round/>
              </a:ln>
            </p:spPr>
            <p:txBody>
              <a:bodyPr rtlCol="0" anchor="ctr"/>
              <a:lstStyle/>
              <a:p>
                <a:endParaRPr lang="en-GB"/>
              </a:p>
            </p:txBody>
          </p:sp>
          <p:sp>
            <p:nvSpPr>
              <p:cNvPr id="117" name="Free-form: Shape 116">
                <a:extLst>
                  <a:ext uri="{FF2B5EF4-FFF2-40B4-BE49-F238E27FC236}">
                    <a16:creationId xmlns:a16="http://schemas.microsoft.com/office/drawing/2014/main" id="{7249E986-4581-7F44-9A29-8A08C676D149}"/>
                  </a:ext>
                </a:extLst>
              </p:cNvPr>
              <p:cNvSpPr/>
              <p:nvPr/>
            </p:nvSpPr>
            <p:spPr>
              <a:xfrm>
                <a:off x="8359267" y="5224398"/>
                <a:ext cx="12700" cy="16383"/>
              </a:xfrm>
              <a:custGeom>
                <a:avLst/>
                <a:gdLst>
                  <a:gd name="connsiteX0" fmla="*/ 0 w 12700"/>
                  <a:gd name="connsiteY0" fmla="*/ 0 h 16383"/>
                  <a:gd name="connsiteX1" fmla="*/ 0 w 12700"/>
                  <a:gd name="connsiteY1" fmla="*/ 16383 h 16383"/>
                </a:gdLst>
                <a:ahLst/>
                <a:cxnLst>
                  <a:cxn ang="0">
                    <a:pos x="connsiteX0" y="connsiteY0"/>
                  </a:cxn>
                  <a:cxn ang="0">
                    <a:pos x="connsiteX1" y="connsiteY1"/>
                  </a:cxn>
                </a:cxnLst>
                <a:rect l="l" t="t" r="r" b="b"/>
                <a:pathLst>
                  <a:path w="12700" h="16383">
                    <a:moveTo>
                      <a:pt x="0" y="0"/>
                    </a:moveTo>
                    <a:lnTo>
                      <a:pt x="0" y="16383"/>
                    </a:lnTo>
                  </a:path>
                </a:pathLst>
              </a:custGeom>
              <a:noFill/>
              <a:ln w="13589" cap="flat">
                <a:solidFill>
                  <a:srgbClr val="000000">
                    <a:alpha val="70000"/>
                  </a:srgbClr>
                </a:solidFill>
                <a:prstDash val="solid"/>
                <a:round/>
              </a:ln>
            </p:spPr>
            <p:txBody>
              <a:bodyPr rtlCol="0" anchor="ctr"/>
              <a:lstStyle/>
              <a:p>
                <a:endParaRPr lang="en-GB"/>
              </a:p>
            </p:txBody>
          </p:sp>
          <p:sp>
            <p:nvSpPr>
              <p:cNvPr id="118" name="Free-form: Shape 117">
                <a:extLst>
                  <a:ext uri="{FF2B5EF4-FFF2-40B4-BE49-F238E27FC236}">
                    <a16:creationId xmlns:a16="http://schemas.microsoft.com/office/drawing/2014/main" id="{282E2FB5-BF90-F761-B1FC-0DF12DA75FCC}"/>
                  </a:ext>
                </a:extLst>
              </p:cNvPr>
              <p:cNvSpPr/>
              <p:nvPr/>
            </p:nvSpPr>
            <p:spPr>
              <a:xfrm>
                <a:off x="8331581" y="5240782"/>
                <a:ext cx="55498" cy="12700"/>
              </a:xfrm>
              <a:custGeom>
                <a:avLst/>
                <a:gdLst>
                  <a:gd name="connsiteX0" fmla="*/ 0 w 55498"/>
                  <a:gd name="connsiteY0" fmla="*/ 0 h 12700"/>
                  <a:gd name="connsiteX1" fmla="*/ 55499 w 55498"/>
                  <a:gd name="connsiteY1" fmla="*/ 0 h 12700"/>
                </a:gdLst>
                <a:ahLst/>
                <a:cxnLst>
                  <a:cxn ang="0">
                    <a:pos x="connsiteX0" y="connsiteY0"/>
                  </a:cxn>
                  <a:cxn ang="0">
                    <a:pos x="connsiteX1" y="connsiteY1"/>
                  </a:cxn>
                </a:cxnLst>
                <a:rect l="l" t="t" r="r" b="b"/>
                <a:pathLst>
                  <a:path w="55498" h="12700">
                    <a:moveTo>
                      <a:pt x="0" y="0"/>
                    </a:moveTo>
                    <a:lnTo>
                      <a:pt x="55499" y="0"/>
                    </a:lnTo>
                  </a:path>
                </a:pathLst>
              </a:custGeom>
              <a:noFill/>
              <a:ln w="13589" cap="flat">
                <a:solidFill>
                  <a:srgbClr val="000000">
                    <a:alpha val="70000"/>
                  </a:srgbClr>
                </a:solidFill>
                <a:prstDash val="solid"/>
                <a:round/>
              </a:ln>
            </p:spPr>
            <p:txBody>
              <a:bodyPr rtlCol="0" anchor="ctr"/>
              <a:lstStyle/>
              <a:p>
                <a:endParaRPr lang="en-GB"/>
              </a:p>
            </p:txBody>
          </p:sp>
        </p:grpSp>
        <p:sp>
          <p:nvSpPr>
            <p:cNvPr id="119" name="TextBox 118">
              <a:extLst>
                <a:ext uri="{FF2B5EF4-FFF2-40B4-BE49-F238E27FC236}">
                  <a16:creationId xmlns:a16="http://schemas.microsoft.com/office/drawing/2014/main" id="{824D953A-1B3F-BD04-50EF-899014C692A7}"/>
                </a:ext>
              </a:extLst>
            </p:cNvPr>
            <p:cNvSpPr txBox="1"/>
            <p:nvPr/>
          </p:nvSpPr>
          <p:spPr>
            <a:xfrm>
              <a:off x="3377995" y="1246911"/>
              <a:ext cx="571147" cy="247511"/>
            </a:xfrm>
            <a:prstGeom prst="rect">
              <a:avLst/>
            </a:prstGeom>
            <a:noFill/>
          </p:spPr>
          <p:txBody>
            <a:bodyPr wrap="none" rtlCol="0">
              <a:spAutoFit/>
            </a:bodyPr>
            <a:lstStyle/>
            <a:p>
              <a:pPr algn="l"/>
              <a:r>
                <a:rPr lang="en-GB" sz="825" b="1" spc="0" baseline="0">
                  <a:ln/>
                  <a:solidFill>
                    <a:srgbClr val="1A1A1A"/>
                  </a:solidFill>
                  <a:latin typeface="Arial"/>
                  <a:cs typeface="Arial"/>
                  <a:sym typeface="Arial"/>
                  <a:rtl val="0"/>
                </a:rPr>
                <a:t>Alaria</a:t>
              </a:r>
            </a:p>
          </p:txBody>
        </p:sp>
        <p:sp>
          <p:nvSpPr>
            <p:cNvPr id="120" name="TextBox 119">
              <a:extLst>
                <a:ext uri="{FF2B5EF4-FFF2-40B4-BE49-F238E27FC236}">
                  <a16:creationId xmlns:a16="http://schemas.microsoft.com/office/drawing/2014/main" id="{5B856B38-AFDA-9F32-E675-D5DB33DE7E1F}"/>
                </a:ext>
              </a:extLst>
            </p:cNvPr>
            <p:cNvSpPr txBox="1"/>
            <p:nvPr/>
          </p:nvSpPr>
          <p:spPr>
            <a:xfrm>
              <a:off x="6492997" y="1246911"/>
              <a:ext cx="928378" cy="247511"/>
            </a:xfrm>
            <a:prstGeom prst="rect">
              <a:avLst/>
            </a:prstGeom>
            <a:noFill/>
          </p:spPr>
          <p:txBody>
            <a:bodyPr wrap="none" rtlCol="0">
              <a:spAutoFit/>
            </a:bodyPr>
            <a:lstStyle/>
            <a:p>
              <a:pPr algn="l"/>
              <a:r>
                <a:rPr lang="en-GB" sz="825" b="1" spc="0" baseline="0">
                  <a:ln/>
                  <a:solidFill>
                    <a:srgbClr val="1A1A1A"/>
                  </a:solidFill>
                  <a:latin typeface="Arial"/>
                  <a:cs typeface="Arial"/>
                  <a:sym typeface="Arial"/>
                  <a:rtl val="0"/>
                </a:rPr>
                <a:t>Saccharina</a:t>
              </a:r>
            </a:p>
          </p:txBody>
        </p:sp>
        <p:grpSp>
          <p:nvGrpSpPr>
            <p:cNvPr id="121" name="Graphic 6">
              <a:extLst>
                <a:ext uri="{FF2B5EF4-FFF2-40B4-BE49-F238E27FC236}">
                  <a16:creationId xmlns:a16="http://schemas.microsoft.com/office/drawing/2014/main" id="{03CAC827-9579-0E07-7BA7-430F1B1A1A38}"/>
                </a:ext>
              </a:extLst>
            </p:cNvPr>
            <p:cNvGrpSpPr/>
            <p:nvPr/>
          </p:nvGrpSpPr>
          <p:grpSpPr>
            <a:xfrm>
              <a:off x="1529352" y="686319"/>
              <a:ext cx="8184862" cy="5449620"/>
              <a:chOff x="1529352" y="686319"/>
              <a:chExt cx="8184862" cy="5449620"/>
            </a:xfrm>
          </p:grpSpPr>
          <p:sp>
            <p:nvSpPr>
              <p:cNvPr id="122" name="TextBox 121">
                <a:extLst>
                  <a:ext uri="{FF2B5EF4-FFF2-40B4-BE49-F238E27FC236}">
                    <a16:creationId xmlns:a16="http://schemas.microsoft.com/office/drawing/2014/main" id="{85C24573-4AB2-56AF-E005-06B261061E97}"/>
                  </a:ext>
                </a:extLst>
              </p:cNvPr>
              <p:cNvSpPr txBox="1"/>
              <p:nvPr/>
            </p:nvSpPr>
            <p:spPr>
              <a:xfrm rot="-2700000">
                <a:off x="2271096" y="5555799"/>
                <a:ext cx="572025" cy="238998"/>
              </a:xfrm>
              <a:prstGeom prst="rect">
                <a:avLst/>
              </a:prstGeom>
              <a:noFill/>
            </p:spPr>
            <p:txBody>
              <a:bodyPr wrap="none" rtlCol="0">
                <a:spAutoFit/>
              </a:bodyPr>
              <a:lstStyle/>
              <a:p>
                <a:pPr algn="l"/>
                <a:r>
                  <a:rPr lang="en-GB" sz="780" spc="0" baseline="0">
                    <a:ln/>
                    <a:solidFill>
                      <a:srgbClr val="4D4D4D"/>
                    </a:solidFill>
                    <a:latin typeface="Arial"/>
                    <a:cs typeface="Arial"/>
                    <a:sym typeface="Arial"/>
                    <a:rtl val="0"/>
                  </a:rPr>
                  <a:t>Apr 22</a:t>
                </a:r>
              </a:p>
            </p:txBody>
          </p:sp>
          <p:sp>
            <p:nvSpPr>
              <p:cNvPr id="123" name="TextBox 122">
                <a:extLst>
                  <a:ext uri="{FF2B5EF4-FFF2-40B4-BE49-F238E27FC236}">
                    <a16:creationId xmlns:a16="http://schemas.microsoft.com/office/drawing/2014/main" id="{F1BB7A9E-A2C7-BF85-6796-A84CAF70684B}"/>
                  </a:ext>
                </a:extLst>
              </p:cNvPr>
              <p:cNvSpPr txBox="1"/>
              <p:nvPr/>
            </p:nvSpPr>
            <p:spPr>
              <a:xfrm rot="-2700000">
                <a:off x="4105914" y="5571350"/>
                <a:ext cx="616009" cy="238998"/>
              </a:xfrm>
              <a:prstGeom prst="rect">
                <a:avLst/>
              </a:prstGeom>
              <a:noFill/>
            </p:spPr>
            <p:txBody>
              <a:bodyPr wrap="none" rtlCol="0">
                <a:spAutoFit/>
              </a:bodyPr>
              <a:lstStyle/>
              <a:p>
                <a:pPr algn="l"/>
                <a:r>
                  <a:rPr lang="en-GB" sz="780" spc="0" baseline="0">
                    <a:ln/>
                    <a:solidFill>
                      <a:srgbClr val="4D4D4D"/>
                    </a:solidFill>
                    <a:latin typeface="Arial"/>
                    <a:cs typeface="Arial"/>
                    <a:sym typeface="Arial"/>
                    <a:rtl val="0"/>
                  </a:rPr>
                  <a:t>May 22</a:t>
                </a:r>
              </a:p>
            </p:txBody>
          </p:sp>
          <p:sp>
            <p:nvSpPr>
              <p:cNvPr id="124" name="TextBox 123">
                <a:extLst>
                  <a:ext uri="{FF2B5EF4-FFF2-40B4-BE49-F238E27FC236}">
                    <a16:creationId xmlns:a16="http://schemas.microsoft.com/office/drawing/2014/main" id="{52B32541-11CA-E95D-FFC6-FD52BCBE13D8}"/>
                  </a:ext>
                </a:extLst>
              </p:cNvPr>
              <p:cNvSpPr txBox="1"/>
              <p:nvPr/>
            </p:nvSpPr>
            <p:spPr>
              <a:xfrm rot="-2700000">
                <a:off x="5235530" y="5555799"/>
                <a:ext cx="572025" cy="238998"/>
              </a:xfrm>
              <a:prstGeom prst="rect">
                <a:avLst/>
              </a:prstGeom>
              <a:noFill/>
            </p:spPr>
            <p:txBody>
              <a:bodyPr wrap="none" rtlCol="0">
                <a:spAutoFit/>
              </a:bodyPr>
              <a:lstStyle/>
              <a:p>
                <a:pPr algn="l"/>
                <a:r>
                  <a:rPr lang="en-GB" sz="780" spc="0" baseline="0">
                    <a:ln/>
                    <a:solidFill>
                      <a:srgbClr val="4D4D4D"/>
                    </a:solidFill>
                    <a:latin typeface="Arial"/>
                    <a:cs typeface="Arial"/>
                    <a:sym typeface="Arial"/>
                    <a:rtl val="0"/>
                  </a:rPr>
                  <a:t>Apr 22</a:t>
                </a:r>
              </a:p>
            </p:txBody>
          </p:sp>
          <p:sp>
            <p:nvSpPr>
              <p:cNvPr id="125" name="TextBox 124">
                <a:extLst>
                  <a:ext uri="{FF2B5EF4-FFF2-40B4-BE49-F238E27FC236}">
                    <a16:creationId xmlns:a16="http://schemas.microsoft.com/office/drawing/2014/main" id="{4EF21BBA-7A27-7C2B-78EC-6DE846588804}"/>
                  </a:ext>
                </a:extLst>
              </p:cNvPr>
              <p:cNvSpPr txBox="1"/>
              <p:nvPr/>
            </p:nvSpPr>
            <p:spPr>
              <a:xfrm rot="-2700000">
                <a:off x="6030853" y="5571350"/>
                <a:ext cx="616009" cy="238998"/>
              </a:xfrm>
              <a:prstGeom prst="rect">
                <a:avLst/>
              </a:prstGeom>
              <a:noFill/>
            </p:spPr>
            <p:txBody>
              <a:bodyPr wrap="none" rtlCol="0">
                <a:spAutoFit/>
              </a:bodyPr>
              <a:lstStyle/>
              <a:p>
                <a:pPr algn="l"/>
                <a:r>
                  <a:rPr lang="en-GB" sz="780" spc="0" baseline="0">
                    <a:ln/>
                    <a:solidFill>
                      <a:srgbClr val="4D4D4D"/>
                    </a:solidFill>
                    <a:latin typeface="Arial"/>
                    <a:cs typeface="Arial"/>
                    <a:sym typeface="Arial"/>
                    <a:rtl val="0"/>
                  </a:rPr>
                  <a:t>May 22</a:t>
                </a:r>
              </a:p>
            </p:txBody>
          </p:sp>
          <p:sp>
            <p:nvSpPr>
              <p:cNvPr id="126" name="TextBox 125">
                <a:extLst>
                  <a:ext uri="{FF2B5EF4-FFF2-40B4-BE49-F238E27FC236}">
                    <a16:creationId xmlns:a16="http://schemas.microsoft.com/office/drawing/2014/main" id="{C5183E6B-D61B-5BCD-8FBF-FE4BF855D52B}"/>
                  </a:ext>
                </a:extLst>
              </p:cNvPr>
              <p:cNvSpPr txBox="1"/>
              <p:nvPr/>
            </p:nvSpPr>
            <p:spPr>
              <a:xfrm rot="-2700000">
                <a:off x="6922744" y="5558421"/>
                <a:ext cx="579442" cy="238998"/>
              </a:xfrm>
              <a:prstGeom prst="rect">
                <a:avLst/>
              </a:prstGeom>
              <a:noFill/>
            </p:spPr>
            <p:txBody>
              <a:bodyPr wrap="none" rtlCol="0">
                <a:spAutoFit/>
              </a:bodyPr>
              <a:lstStyle/>
              <a:p>
                <a:pPr algn="l"/>
                <a:r>
                  <a:rPr lang="en-GB" sz="780" spc="0" baseline="0">
                    <a:ln/>
                    <a:solidFill>
                      <a:srgbClr val="4D4D4D"/>
                    </a:solidFill>
                    <a:latin typeface="Arial"/>
                    <a:cs typeface="Arial"/>
                    <a:sym typeface="Arial"/>
                    <a:rtl val="0"/>
                  </a:rPr>
                  <a:t>Jun 22</a:t>
                </a:r>
              </a:p>
            </p:txBody>
          </p:sp>
          <p:sp>
            <p:nvSpPr>
              <p:cNvPr id="127" name="TextBox 126">
                <a:extLst>
                  <a:ext uri="{FF2B5EF4-FFF2-40B4-BE49-F238E27FC236}">
                    <a16:creationId xmlns:a16="http://schemas.microsoft.com/office/drawing/2014/main" id="{5150DFED-CB44-55A6-D560-AD4DBE52A5AC}"/>
                  </a:ext>
                </a:extLst>
              </p:cNvPr>
              <p:cNvSpPr txBox="1"/>
              <p:nvPr/>
            </p:nvSpPr>
            <p:spPr>
              <a:xfrm rot="-2700000">
                <a:off x="7793263" y="5542825"/>
                <a:ext cx="535329" cy="238998"/>
              </a:xfrm>
              <a:prstGeom prst="rect">
                <a:avLst/>
              </a:prstGeom>
              <a:noFill/>
            </p:spPr>
            <p:txBody>
              <a:bodyPr wrap="none" rtlCol="0">
                <a:spAutoFit/>
              </a:bodyPr>
              <a:lstStyle/>
              <a:p>
                <a:pPr algn="l"/>
                <a:r>
                  <a:rPr lang="en-GB" sz="780" spc="0" baseline="0">
                    <a:ln/>
                    <a:solidFill>
                      <a:srgbClr val="4D4D4D"/>
                    </a:solidFill>
                    <a:latin typeface="Arial"/>
                    <a:cs typeface="Arial"/>
                    <a:sym typeface="Arial"/>
                    <a:rtl val="0"/>
                  </a:rPr>
                  <a:t>Jul 22</a:t>
                </a:r>
              </a:p>
            </p:txBody>
          </p:sp>
          <p:sp>
            <p:nvSpPr>
              <p:cNvPr id="128" name="TextBox 127">
                <a:extLst>
                  <a:ext uri="{FF2B5EF4-FFF2-40B4-BE49-F238E27FC236}">
                    <a16:creationId xmlns:a16="http://schemas.microsoft.com/office/drawing/2014/main" id="{195DF441-DF5C-6C2F-2E74-7A0161F8E551}"/>
                  </a:ext>
                </a:extLst>
              </p:cNvPr>
              <p:cNvSpPr txBox="1"/>
              <p:nvPr/>
            </p:nvSpPr>
            <p:spPr>
              <a:xfrm>
                <a:off x="1708817" y="5132516"/>
                <a:ext cx="366489" cy="238998"/>
              </a:xfrm>
              <a:prstGeom prst="rect">
                <a:avLst/>
              </a:prstGeom>
              <a:noFill/>
            </p:spPr>
            <p:txBody>
              <a:bodyPr wrap="none" rtlCol="0">
                <a:spAutoFit/>
              </a:bodyPr>
              <a:lstStyle/>
              <a:p>
                <a:pPr algn="l"/>
                <a:r>
                  <a:rPr lang="en-GB" sz="780" spc="0" baseline="0">
                    <a:ln/>
                    <a:solidFill>
                      <a:srgbClr val="4D4D4D"/>
                    </a:solidFill>
                    <a:latin typeface="Arial"/>
                    <a:cs typeface="Arial"/>
                    <a:sym typeface="Arial"/>
                    <a:rtl val="0"/>
                  </a:rPr>
                  <a:t>0.0</a:t>
                </a:r>
              </a:p>
            </p:txBody>
          </p:sp>
          <p:sp>
            <p:nvSpPr>
              <p:cNvPr id="129" name="TextBox 128">
                <a:extLst>
                  <a:ext uri="{FF2B5EF4-FFF2-40B4-BE49-F238E27FC236}">
                    <a16:creationId xmlns:a16="http://schemas.microsoft.com/office/drawing/2014/main" id="{AF7186A7-4476-0418-797F-BBF83148A868}"/>
                  </a:ext>
                </a:extLst>
              </p:cNvPr>
              <p:cNvSpPr txBox="1"/>
              <p:nvPr/>
            </p:nvSpPr>
            <p:spPr>
              <a:xfrm>
                <a:off x="1708817" y="4311842"/>
                <a:ext cx="366489" cy="238998"/>
              </a:xfrm>
              <a:prstGeom prst="rect">
                <a:avLst/>
              </a:prstGeom>
              <a:noFill/>
            </p:spPr>
            <p:txBody>
              <a:bodyPr wrap="none" rtlCol="0">
                <a:spAutoFit/>
              </a:bodyPr>
              <a:lstStyle/>
              <a:p>
                <a:pPr algn="l"/>
                <a:r>
                  <a:rPr lang="en-GB" sz="780" spc="0" baseline="0">
                    <a:ln/>
                    <a:solidFill>
                      <a:srgbClr val="4D4D4D"/>
                    </a:solidFill>
                    <a:latin typeface="Arial"/>
                    <a:cs typeface="Arial"/>
                    <a:sym typeface="Arial"/>
                    <a:rtl val="0"/>
                  </a:rPr>
                  <a:t>0.5</a:t>
                </a:r>
              </a:p>
            </p:txBody>
          </p:sp>
          <p:sp>
            <p:nvSpPr>
              <p:cNvPr id="130" name="TextBox 129">
                <a:extLst>
                  <a:ext uri="{FF2B5EF4-FFF2-40B4-BE49-F238E27FC236}">
                    <a16:creationId xmlns:a16="http://schemas.microsoft.com/office/drawing/2014/main" id="{AA89A6FC-0326-F87F-014C-2FDDC410472B}"/>
                  </a:ext>
                </a:extLst>
              </p:cNvPr>
              <p:cNvSpPr txBox="1"/>
              <p:nvPr/>
            </p:nvSpPr>
            <p:spPr>
              <a:xfrm>
                <a:off x="1708817" y="3491295"/>
                <a:ext cx="366489" cy="238998"/>
              </a:xfrm>
              <a:prstGeom prst="rect">
                <a:avLst/>
              </a:prstGeom>
              <a:noFill/>
            </p:spPr>
            <p:txBody>
              <a:bodyPr wrap="none" rtlCol="0">
                <a:spAutoFit/>
              </a:bodyPr>
              <a:lstStyle/>
              <a:p>
                <a:pPr algn="l"/>
                <a:r>
                  <a:rPr lang="en-GB" sz="780" spc="0" baseline="0">
                    <a:ln/>
                    <a:solidFill>
                      <a:srgbClr val="4D4D4D"/>
                    </a:solidFill>
                    <a:latin typeface="Arial"/>
                    <a:cs typeface="Arial"/>
                    <a:sym typeface="Arial"/>
                    <a:rtl val="0"/>
                  </a:rPr>
                  <a:t>1.0</a:t>
                </a:r>
              </a:p>
            </p:txBody>
          </p:sp>
          <p:sp>
            <p:nvSpPr>
              <p:cNvPr id="131" name="TextBox 130">
                <a:extLst>
                  <a:ext uri="{FF2B5EF4-FFF2-40B4-BE49-F238E27FC236}">
                    <a16:creationId xmlns:a16="http://schemas.microsoft.com/office/drawing/2014/main" id="{B0C0BEB3-565F-F3D3-E2B4-26FD319B97F8}"/>
                  </a:ext>
                </a:extLst>
              </p:cNvPr>
              <p:cNvSpPr txBox="1"/>
              <p:nvPr/>
            </p:nvSpPr>
            <p:spPr>
              <a:xfrm>
                <a:off x="1708817" y="2670621"/>
                <a:ext cx="366489" cy="238998"/>
              </a:xfrm>
              <a:prstGeom prst="rect">
                <a:avLst/>
              </a:prstGeom>
              <a:noFill/>
            </p:spPr>
            <p:txBody>
              <a:bodyPr wrap="none" rtlCol="0">
                <a:spAutoFit/>
              </a:bodyPr>
              <a:lstStyle/>
              <a:p>
                <a:pPr algn="l"/>
                <a:r>
                  <a:rPr lang="en-GB" sz="780" spc="0" baseline="0">
                    <a:ln/>
                    <a:solidFill>
                      <a:srgbClr val="4D4D4D"/>
                    </a:solidFill>
                    <a:latin typeface="Arial"/>
                    <a:cs typeface="Arial"/>
                    <a:sym typeface="Arial"/>
                    <a:rtl val="0"/>
                  </a:rPr>
                  <a:t>1.5</a:t>
                </a:r>
              </a:p>
            </p:txBody>
          </p:sp>
          <p:sp>
            <p:nvSpPr>
              <p:cNvPr id="132" name="TextBox 131">
                <a:extLst>
                  <a:ext uri="{FF2B5EF4-FFF2-40B4-BE49-F238E27FC236}">
                    <a16:creationId xmlns:a16="http://schemas.microsoft.com/office/drawing/2014/main" id="{98017361-32B9-122B-B1D8-B4048F88DA10}"/>
                  </a:ext>
                </a:extLst>
              </p:cNvPr>
              <p:cNvSpPr txBox="1"/>
              <p:nvPr/>
            </p:nvSpPr>
            <p:spPr>
              <a:xfrm>
                <a:off x="1708817" y="1849947"/>
                <a:ext cx="366489" cy="238998"/>
              </a:xfrm>
              <a:prstGeom prst="rect">
                <a:avLst/>
              </a:prstGeom>
              <a:noFill/>
            </p:spPr>
            <p:txBody>
              <a:bodyPr wrap="none" rtlCol="0">
                <a:spAutoFit/>
              </a:bodyPr>
              <a:lstStyle/>
              <a:p>
                <a:pPr algn="l"/>
                <a:r>
                  <a:rPr lang="en-GB" sz="780" spc="0" baseline="0">
                    <a:ln/>
                    <a:solidFill>
                      <a:srgbClr val="4D4D4D"/>
                    </a:solidFill>
                    <a:latin typeface="Arial"/>
                    <a:cs typeface="Arial"/>
                    <a:sym typeface="Arial"/>
                    <a:rtl val="0"/>
                  </a:rPr>
                  <a:t>2.0</a:t>
                </a:r>
              </a:p>
            </p:txBody>
          </p:sp>
          <p:sp>
            <p:nvSpPr>
              <p:cNvPr id="133" name="TextBox 132">
                <a:extLst>
                  <a:ext uri="{FF2B5EF4-FFF2-40B4-BE49-F238E27FC236}">
                    <a16:creationId xmlns:a16="http://schemas.microsoft.com/office/drawing/2014/main" id="{99E7FC0D-F908-4678-AE4A-67A9BF8662C1}"/>
                  </a:ext>
                </a:extLst>
              </p:cNvPr>
              <p:cNvSpPr txBox="1"/>
              <p:nvPr/>
            </p:nvSpPr>
            <p:spPr>
              <a:xfrm>
                <a:off x="4971409" y="5860052"/>
                <a:ext cx="677938" cy="275887"/>
              </a:xfrm>
              <a:prstGeom prst="rect">
                <a:avLst/>
              </a:prstGeom>
              <a:noFill/>
            </p:spPr>
            <p:txBody>
              <a:bodyPr wrap="none" rtlCol="0">
                <a:spAutoFit/>
              </a:bodyPr>
              <a:lstStyle/>
              <a:p>
                <a:pPr algn="l"/>
                <a:r>
                  <a:rPr lang="en-GB" sz="975" b="1" spc="0" baseline="0">
                    <a:ln/>
                    <a:solidFill>
                      <a:srgbClr val="000000"/>
                    </a:solidFill>
                    <a:latin typeface="Arial"/>
                    <a:cs typeface="Arial"/>
                    <a:sym typeface="Arial"/>
                    <a:rtl val="0"/>
                  </a:rPr>
                  <a:t>Month</a:t>
                </a:r>
              </a:p>
            </p:txBody>
          </p:sp>
          <p:sp>
            <p:nvSpPr>
              <p:cNvPr id="134" name="TextBox 133">
                <a:extLst>
                  <a:ext uri="{FF2B5EF4-FFF2-40B4-BE49-F238E27FC236}">
                    <a16:creationId xmlns:a16="http://schemas.microsoft.com/office/drawing/2014/main" id="{338AC091-ED41-4FF6-AB7E-7294D318D3F0}"/>
                  </a:ext>
                </a:extLst>
              </p:cNvPr>
              <p:cNvSpPr txBox="1"/>
              <p:nvPr/>
            </p:nvSpPr>
            <p:spPr>
              <a:xfrm rot="-5400000">
                <a:off x="510284" y="3326489"/>
                <a:ext cx="2314024" cy="275887"/>
              </a:xfrm>
              <a:prstGeom prst="rect">
                <a:avLst/>
              </a:prstGeom>
              <a:noFill/>
            </p:spPr>
            <p:txBody>
              <a:bodyPr wrap="none" rtlCol="0">
                <a:spAutoFit/>
              </a:bodyPr>
              <a:lstStyle/>
              <a:p>
                <a:pPr algn="l"/>
                <a:r>
                  <a:rPr lang="en-GB" sz="975" b="1" spc="0" baseline="0">
                    <a:ln/>
                    <a:solidFill>
                      <a:srgbClr val="000000"/>
                    </a:solidFill>
                    <a:latin typeface="Arial"/>
                    <a:cs typeface="Arial"/>
                    <a:sym typeface="Arial"/>
                    <a:rtl val="0"/>
                  </a:rPr>
                  <a:t>Blade Abundance (ind/cm²)</a:t>
                </a:r>
              </a:p>
            </p:txBody>
          </p:sp>
          <p:sp>
            <p:nvSpPr>
              <p:cNvPr id="135" name="TextBox 134">
                <a:extLst>
                  <a:ext uri="{FF2B5EF4-FFF2-40B4-BE49-F238E27FC236}">
                    <a16:creationId xmlns:a16="http://schemas.microsoft.com/office/drawing/2014/main" id="{915BF2D9-27E9-7B8B-662D-932886FDB3F9}"/>
                  </a:ext>
                </a:extLst>
              </p:cNvPr>
              <p:cNvSpPr txBox="1"/>
              <p:nvPr/>
            </p:nvSpPr>
            <p:spPr>
              <a:xfrm>
                <a:off x="8718168" y="2848374"/>
                <a:ext cx="656816" cy="275887"/>
              </a:xfrm>
              <a:prstGeom prst="rect">
                <a:avLst/>
              </a:prstGeom>
              <a:noFill/>
            </p:spPr>
            <p:txBody>
              <a:bodyPr wrap="none" rtlCol="0">
                <a:spAutoFit/>
              </a:bodyPr>
              <a:lstStyle/>
              <a:p>
                <a:pPr algn="l"/>
                <a:r>
                  <a:rPr lang="en-GB" sz="975" b="1" spc="0" baseline="0">
                    <a:ln/>
                    <a:solidFill>
                      <a:srgbClr val="000000"/>
                    </a:solidFill>
                    <a:latin typeface="Arial"/>
                    <a:cs typeface="Arial"/>
                    <a:sym typeface="Arial"/>
                    <a:rtl val="0"/>
                  </a:rPr>
                  <a:t>Taxon</a:t>
                </a:r>
              </a:p>
            </p:txBody>
          </p:sp>
          <p:sp>
            <p:nvSpPr>
              <p:cNvPr id="136" name="Free-form: Shape 135">
                <a:extLst>
                  <a:ext uri="{FF2B5EF4-FFF2-40B4-BE49-F238E27FC236}">
                    <a16:creationId xmlns:a16="http://schemas.microsoft.com/office/drawing/2014/main" id="{B0F441E2-464A-5BD1-3DE8-A1956BE9A738}"/>
                  </a:ext>
                </a:extLst>
              </p:cNvPr>
              <p:cNvSpPr/>
              <p:nvPr/>
            </p:nvSpPr>
            <p:spPr>
              <a:xfrm>
                <a:off x="8818626" y="3152140"/>
                <a:ext cx="201422" cy="201422"/>
              </a:xfrm>
              <a:custGeom>
                <a:avLst/>
                <a:gdLst>
                  <a:gd name="connsiteX0" fmla="*/ 0 w 201422"/>
                  <a:gd name="connsiteY0" fmla="*/ 0 h 201422"/>
                  <a:gd name="connsiteX1" fmla="*/ 201422 w 201422"/>
                  <a:gd name="connsiteY1" fmla="*/ 0 h 201422"/>
                  <a:gd name="connsiteX2" fmla="*/ 201422 w 201422"/>
                  <a:gd name="connsiteY2" fmla="*/ 201422 h 201422"/>
                  <a:gd name="connsiteX3" fmla="*/ 0 w 201422"/>
                  <a:gd name="connsiteY3" fmla="*/ 201422 h 201422"/>
                </a:gdLst>
                <a:ahLst/>
                <a:cxnLst>
                  <a:cxn ang="0">
                    <a:pos x="connsiteX0" y="connsiteY0"/>
                  </a:cxn>
                  <a:cxn ang="0">
                    <a:pos x="connsiteX1" y="connsiteY1"/>
                  </a:cxn>
                  <a:cxn ang="0">
                    <a:pos x="connsiteX2" y="connsiteY2"/>
                  </a:cxn>
                  <a:cxn ang="0">
                    <a:pos x="connsiteX3" y="connsiteY3"/>
                  </a:cxn>
                </a:cxnLst>
                <a:rect l="l" t="t" r="r" b="b"/>
                <a:pathLst>
                  <a:path w="201422" h="201422">
                    <a:moveTo>
                      <a:pt x="0" y="0"/>
                    </a:moveTo>
                    <a:lnTo>
                      <a:pt x="201422" y="0"/>
                    </a:lnTo>
                    <a:lnTo>
                      <a:pt x="201422" y="201422"/>
                    </a:lnTo>
                    <a:lnTo>
                      <a:pt x="0" y="201422"/>
                    </a:lnTo>
                    <a:close/>
                  </a:path>
                </a:pathLst>
              </a:custGeom>
              <a:solidFill>
                <a:srgbClr val="440154"/>
              </a:solidFill>
              <a:ln w="13589" cap="flat">
                <a:noFill/>
                <a:prstDash val="solid"/>
                <a:miter/>
              </a:ln>
            </p:spPr>
            <p:txBody>
              <a:bodyPr rtlCol="0" anchor="ctr"/>
              <a:lstStyle/>
              <a:p>
                <a:endParaRPr lang="en-GB"/>
              </a:p>
            </p:txBody>
          </p:sp>
          <p:sp>
            <p:nvSpPr>
              <p:cNvPr id="137" name="Free-form: Shape 136">
                <a:extLst>
                  <a:ext uri="{FF2B5EF4-FFF2-40B4-BE49-F238E27FC236}">
                    <a16:creationId xmlns:a16="http://schemas.microsoft.com/office/drawing/2014/main" id="{00EB8573-C6B3-4A72-1335-E65B1A569C8E}"/>
                  </a:ext>
                </a:extLst>
              </p:cNvPr>
              <p:cNvSpPr/>
              <p:nvPr/>
            </p:nvSpPr>
            <p:spPr>
              <a:xfrm>
                <a:off x="8818626" y="3371596"/>
                <a:ext cx="201422" cy="201421"/>
              </a:xfrm>
              <a:custGeom>
                <a:avLst/>
                <a:gdLst>
                  <a:gd name="connsiteX0" fmla="*/ 0 w 201422"/>
                  <a:gd name="connsiteY0" fmla="*/ 0 h 201421"/>
                  <a:gd name="connsiteX1" fmla="*/ 201422 w 201422"/>
                  <a:gd name="connsiteY1" fmla="*/ 0 h 201421"/>
                  <a:gd name="connsiteX2" fmla="*/ 201422 w 201422"/>
                  <a:gd name="connsiteY2" fmla="*/ 201422 h 201421"/>
                  <a:gd name="connsiteX3" fmla="*/ 0 w 201422"/>
                  <a:gd name="connsiteY3" fmla="*/ 201422 h 201421"/>
                </a:gdLst>
                <a:ahLst/>
                <a:cxnLst>
                  <a:cxn ang="0">
                    <a:pos x="connsiteX0" y="connsiteY0"/>
                  </a:cxn>
                  <a:cxn ang="0">
                    <a:pos x="connsiteX1" y="connsiteY1"/>
                  </a:cxn>
                  <a:cxn ang="0">
                    <a:pos x="connsiteX2" y="connsiteY2"/>
                  </a:cxn>
                  <a:cxn ang="0">
                    <a:pos x="connsiteX3" y="connsiteY3"/>
                  </a:cxn>
                </a:cxnLst>
                <a:rect l="l" t="t" r="r" b="b"/>
                <a:pathLst>
                  <a:path w="201422" h="201421">
                    <a:moveTo>
                      <a:pt x="0" y="0"/>
                    </a:moveTo>
                    <a:lnTo>
                      <a:pt x="201422" y="0"/>
                    </a:lnTo>
                    <a:lnTo>
                      <a:pt x="201422" y="201422"/>
                    </a:lnTo>
                    <a:lnTo>
                      <a:pt x="0" y="201422"/>
                    </a:lnTo>
                    <a:close/>
                  </a:path>
                </a:pathLst>
              </a:custGeom>
              <a:solidFill>
                <a:srgbClr val="31688E"/>
              </a:solidFill>
              <a:ln w="13589" cap="flat">
                <a:noFill/>
                <a:prstDash val="solid"/>
                <a:miter/>
              </a:ln>
            </p:spPr>
            <p:txBody>
              <a:bodyPr rtlCol="0" anchor="ctr"/>
              <a:lstStyle/>
              <a:p>
                <a:endParaRPr lang="en-GB"/>
              </a:p>
            </p:txBody>
          </p:sp>
          <p:sp>
            <p:nvSpPr>
              <p:cNvPr id="138" name="Free-form: Shape 137">
                <a:extLst>
                  <a:ext uri="{FF2B5EF4-FFF2-40B4-BE49-F238E27FC236}">
                    <a16:creationId xmlns:a16="http://schemas.microsoft.com/office/drawing/2014/main" id="{9CC999D4-26CF-1746-D200-BC7512840574}"/>
                  </a:ext>
                </a:extLst>
              </p:cNvPr>
              <p:cNvSpPr/>
              <p:nvPr/>
            </p:nvSpPr>
            <p:spPr>
              <a:xfrm>
                <a:off x="8818626" y="3591052"/>
                <a:ext cx="201422" cy="201422"/>
              </a:xfrm>
              <a:custGeom>
                <a:avLst/>
                <a:gdLst>
                  <a:gd name="connsiteX0" fmla="*/ 0 w 201422"/>
                  <a:gd name="connsiteY0" fmla="*/ 0 h 201422"/>
                  <a:gd name="connsiteX1" fmla="*/ 201422 w 201422"/>
                  <a:gd name="connsiteY1" fmla="*/ 0 h 201422"/>
                  <a:gd name="connsiteX2" fmla="*/ 201422 w 201422"/>
                  <a:gd name="connsiteY2" fmla="*/ 201422 h 201422"/>
                  <a:gd name="connsiteX3" fmla="*/ 0 w 201422"/>
                  <a:gd name="connsiteY3" fmla="*/ 201422 h 201422"/>
                </a:gdLst>
                <a:ahLst/>
                <a:cxnLst>
                  <a:cxn ang="0">
                    <a:pos x="connsiteX0" y="connsiteY0"/>
                  </a:cxn>
                  <a:cxn ang="0">
                    <a:pos x="connsiteX1" y="connsiteY1"/>
                  </a:cxn>
                  <a:cxn ang="0">
                    <a:pos x="connsiteX2" y="connsiteY2"/>
                  </a:cxn>
                  <a:cxn ang="0">
                    <a:pos x="connsiteX3" y="connsiteY3"/>
                  </a:cxn>
                </a:cxnLst>
                <a:rect l="l" t="t" r="r" b="b"/>
                <a:pathLst>
                  <a:path w="201422" h="201422">
                    <a:moveTo>
                      <a:pt x="0" y="0"/>
                    </a:moveTo>
                    <a:lnTo>
                      <a:pt x="201422" y="0"/>
                    </a:lnTo>
                    <a:lnTo>
                      <a:pt x="201422" y="201422"/>
                    </a:lnTo>
                    <a:lnTo>
                      <a:pt x="0" y="201422"/>
                    </a:lnTo>
                    <a:close/>
                  </a:path>
                </a:pathLst>
              </a:custGeom>
              <a:solidFill>
                <a:srgbClr val="35B779"/>
              </a:solidFill>
              <a:ln w="13589" cap="flat">
                <a:noFill/>
                <a:prstDash val="solid"/>
                <a:miter/>
              </a:ln>
            </p:spPr>
            <p:txBody>
              <a:bodyPr rtlCol="0" anchor="ctr"/>
              <a:lstStyle/>
              <a:p>
                <a:endParaRPr lang="en-GB"/>
              </a:p>
            </p:txBody>
          </p:sp>
          <p:sp>
            <p:nvSpPr>
              <p:cNvPr id="139" name="Free-form: Shape 138">
                <a:extLst>
                  <a:ext uri="{FF2B5EF4-FFF2-40B4-BE49-F238E27FC236}">
                    <a16:creationId xmlns:a16="http://schemas.microsoft.com/office/drawing/2014/main" id="{BEFED174-9E9D-BF23-7277-24C18E6DB844}"/>
                  </a:ext>
                </a:extLst>
              </p:cNvPr>
              <p:cNvSpPr/>
              <p:nvPr/>
            </p:nvSpPr>
            <p:spPr>
              <a:xfrm>
                <a:off x="8818626" y="3810508"/>
                <a:ext cx="201422" cy="201421"/>
              </a:xfrm>
              <a:custGeom>
                <a:avLst/>
                <a:gdLst>
                  <a:gd name="connsiteX0" fmla="*/ 0 w 201422"/>
                  <a:gd name="connsiteY0" fmla="*/ 0 h 201421"/>
                  <a:gd name="connsiteX1" fmla="*/ 201422 w 201422"/>
                  <a:gd name="connsiteY1" fmla="*/ 0 h 201421"/>
                  <a:gd name="connsiteX2" fmla="*/ 201422 w 201422"/>
                  <a:gd name="connsiteY2" fmla="*/ 201422 h 201421"/>
                  <a:gd name="connsiteX3" fmla="*/ 0 w 201422"/>
                  <a:gd name="connsiteY3" fmla="*/ 201422 h 201421"/>
                </a:gdLst>
                <a:ahLst/>
                <a:cxnLst>
                  <a:cxn ang="0">
                    <a:pos x="connsiteX0" y="connsiteY0"/>
                  </a:cxn>
                  <a:cxn ang="0">
                    <a:pos x="connsiteX1" y="connsiteY1"/>
                  </a:cxn>
                  <a:cxn ang="0">
                    <a:pos x="connsiteX2" y="connsiteY2"/>
                  </a:cxn>
                  <a:cxn ang="0">
                    <a:pos x="connsiteX3" y="connsiteY3"/>
                  </a:cxn>
                </a:cxnLst>
                <a:rect l="l" t="t" r="r" b="b"/>
                <a:pathLst>
                  <a:path w="201422" h="201421">
                    <a:moveTo>
                      <a:pt x="0" y="0"/>
                    </a:moveTo>
                    <a:lnTo>
                      <a:pt x="201422" y="0"/>
                    </a:lnTo>
                    <a:lnTo>
                      <a:pt x="201422" y="201422"/>
                    </a:lnTo>
                    <a:lnTo>
                      <a:pt x="0" y="201422"/>
                    </a:lnTo>
                    <a:close/>
                  </a:path>
                </a:pathLst>
              </a:custGeom>
              <a:solidFill>
                <a:srgbClr val="FDE725"/>
              </a:solidFill>
              <a:ln w="13589" cap="flat">
                <a:noFill/>
                <a:prstDash val="solid"/>
                <a:miter/>
              </a:ln>
            </p:spPr>
            <p:txBody>
              <a:bodyPr rtlCol="0" anchor="ctr"/>
              <a:lstStyle/>
              <a:p>
                <a:endParaRPr lang="en-GB"/>
              </a:p>
            </p:txBody>
          </p:sp>
          <p:sp>
            <p:nvSpPr>
              <p:cNvPr id="140" name="TextBox 139">
                <a:extLst>
                  <a:ext uri="{FF2B5EF4-FFF2-40B4-BE49-F238E27FC236}">
                    <a16:creationId xmlns:a16="http://schemas.microsoft.com/office/drawing/2014/main" id="{62BBC4F7-5356-0796-9D24-5F3B4F534AA1}"/>
                  </a:ext>
                </a:extLst>
              </p:cNvPr>
              <p:cNvSpPr txBox="1"/>
              <p:nvPr/>
            </p:nvSpPr>
            <p:spPr>
              <a:xfrm>
                <a:off x="9019793" y="3134806"/>
                <a:ext cx="694421" cy="212366"/>
              </a:xfrm>
              <a:prstGeom prst="rect">
                <a:avLst/>
              </a:prstGeom>
              <a:noFill/>
            </p:spPr>
            <p:txBody>
              <a:bodyPr wrap="none" rtlCol="0">
                <a:spAutoFit/>
              </a:bodyPr>
              <a:lstStyle/>
              <a:p>
                <a:pPr algn="l"/>
                <a:r>
                  <a:rPr lang="en-GB" sz="780" spc="0" baseline="0" dirty="0">
                    <a:ln/>
                    <a:solidFill>
                      <a:srgbClr val="000000"/>
                    </a:solidFill>
                    <a:latin typeface="Arial"/>
                    <a:cs typeface="Arial"/>
                    <a:sym typeface="Arial"/>
                    <a:rtl val="0"/>
                  </a:rPr>
                  <a:t>Amphipoda</a:t>
                </a:r>
              </a:p>
            </p:txBody>
          </p:sp>
          <p:sp>
            <p:nvSpPr>
              <p:cNvPr id="141" name="TextBox 140">
                <a:extLst>
                  <a:ext uri="{FF2B5EF4-FFF2-40B4-BE49-F238E27FC236}">
                    <a16:creationId xmlns:a16="http://schemas.microsoft.com/office/drawing/2014/main" id="{0070CBA9-2C79-CFBE-7347-2140578D5FC8}"/>
                  </a:ext>
                </a:extLst>
              </p:cNvPr>
              <p:cNvSpPr txBox="1"/>
              <p:nvPr/>
            </p:nvSpPr>
            <p:spPr>
              <a:xfrm>
                <a:off x="9019793" y="3354262"/>
                <a:ext cx="530915" cy="212366"/>
              </a:xfrm>
              <a:prstGeom prst="rect">
                <a:avLst/>
              </a:prstGeom>
              <a:noFill/>
            </p:spPr>
            <p:txBody>
              <a:bodyPr wrap="none" rtlCol="0">
                <a:spAutoFit/>
              </a:bodyPr>
              <a:lstStyle/>
              <a:p>
                <a:pPr algn="l"/>
                <a:r>
                  <a:rPr lang="en-GB" sz="780" spc="0" baseline="0" dirty="0">
                    <a:ln/>
                    <a:solidFill>
                      <a:srgbClr val="000000"/>
                    </a:solidFill>
                    <a:latin typeface="Arial"/>
                    <a:cs typeface="Arial"/>
                    <a:sym typeface="Arial"/>
                    <a:rtl val="0"/>
                  </a:rPr>
                  <a:t>Bivalvia</a:t>
                </a:r>
              </a:p>
            </p:txBody>
          </p:sp>
          <p:sp>
            <p:nvSpPr>
              <p:cNvPr id="142" name="TextBox 141">
                <a:extLst>
                  <a:ext uri="{FF2B5EF4-FFF2-40B4-BE49-F238E27FC236}">
                    <a16:creationId xmlns:a16="http://schemas.microsoft.com/office/drawing/2014/main" id="{CA035593-B92E-DB62-E7A5-F1A8B70466A5}"/>
                  </a:ext>
                </a:extLst>
              </p:cNvPr>
              <p:cNvSpPr txBox="1"/>
              <p:nvPr/>
            </p:nvSpPr>
            <p:spPr>
              <a:xfrm>
                <a:off x="9019793" y="3573718"/>
                <a:ext cx="649537" cy="212366"/>
              </a:xfrm>
              <a:prstGeom prst="rect">
                <a:avLst/>
              </a:prstGeom>
              <a:noFill/>
            </p:spPr>
            <p:txBody>
              <a:bodyPr wrap="none" rtlCol="0">
                <a:spAutoFit/>
              </a:bodyPr>
              <a:lstStyle/>
              <a:p>
                <a:pPr algn="l"/>
                <a:r>
                  <a:rPr lang="en-GB" sz="780" spc="0" baseline="0" dirty="0" err="1">
                    <a:ln/>
                    <a:solidFill>
                      <a:srgbClr val="000000"/>
                    </a:solidFill>
                    <a:latin typeface="Arial"/>
                    <a:cs typeface="Arial"/>
                    <a:sym typeface="Arial"/>
                    <a:rtl val="0"/>
                  </a:rPr>
                  <a:t>Copepoda</a:t>
                </a:r>
                <a:endParaRPr lang="en-GB" sz="780" spc="0" baseline="0" dirty="0">
                  <a:ln/>
                  <a:solidFill>
                    <a:srgbClr val="000000"/>
                  </a:solidFill>
                  <a:latin typeface="Arial"/>
                  <a:cs typeface="Arial"/>
                  <a:sym typeface="Arial"/>
                  <a:rtl val="0"/>
                </a:endParaRPr>
              </a:p>
            </p:txBody>
          </p:sp>
          <p:sp>
            <p:nvSpPr>
              <p:cNvPr id="143" name="TextBox 142">
                <a:extLst>
                  <a:ext uri="{FF2B5EF4-FFF2-40B4-BE49-F238E27FC236}">
                    <a16:creationId xmlns:a16="http://schemas.microsoft.com/office/drawing/2014/main" id="{86213B7D-6EEA-CCBB-FCEC-658F3DD5AB9A}"/>
                  </a:ext>
                </a:extLst>
              </p:cNvPr>
              <p:cNvSpPr txBox="1"/>
              <p:nvPr/>
            </p:nvSpPr>
            <p:spPr>
              <a:xfrm>
                <a:off x="9019793" y="3793174"/>
                <a:ext cx="681597" cy="212366"/>
              </a:xfrm>
              <a:prstGeom prst="rect">
                <a:avLst/>
              </a:prstGeom>
              <a:noFill/>
            </p:spPr>
            <p:txBody>
              <a:bodyPr wrap="none" rtlCol="0">
                <a:spAutoFit/>
              </a:bodyPr>
              <a:lstStyle/>
              <a:p>
                <a:pPr algn="l"/>
                <a:r>
                  <a:rPr lang="en-GB" sz="780" spc="0" baseline="0" dirty="0">
                    <a:ln/>
                    <a:solidFill>
                      <a:srgbClr val="000000"/>
                    </a:solidFill>
                    <a:latin typeface="Arial"/>
                    <a:cs typeface="Arial"/>
                    <a:sym typeface="Arial"/>
                    <a:rtl val="0"/>
                  </a:rPr>
                  <a:t>Polychaete</a:t>
                </a:r>
              </a:p>
            </p:txBody>
          </p:sp>
          <p:sp>
            <p:nvSpPr>
              <p:cNvPr id="144" name="TextBox 143">
                <a:extLst>
                  <a:ext uri="{FF2B5EF4-FFF2-40B4-BE49-F238E27FC236}">
                    <a16:creationId xmlns:a16="http://schemas.microsoft.com/office/drawing/2014/main" id="{BA54EEB5-9149-6B24-BEED-A69D2E20EFD0}"/>
                  </a:ext>
                </a:extLst>
              </p:cNvPr>
              <p:cNvSpPr txBox="1"/>
              <p:nvPr/>
            </p:nvSpPr>
            <p:spPr>
              <a:xfrm>
                <a:off x="1966468" y="954684"/>
                <a:ext cx="2146046" cy="247511"/>
              </a:xfrm>
              <a:prstGeom prst="rect">
                <a:avLst/>
              </a:prstGeom>
              <a:noFill/>
            </p:spPr>
            <p:txBody>
              <a:bodyPr wrap="none" rtlCol="0">
                <a:spAutoFit/>
              </a:bodyPr>
              <a:lstStyle/>
              <a:p>
                <a:pPr algn="l"/>
                <a:r>
                  <a:rPr lang="en-GB" sz="825" spc="0" baseline="0">
                    <a:ln/>
                    <a:solidFill>
                      <a:srgbClr val="000000"/>
                    </a:solidFill>
                    <a:latin typeface="Arial"/>
                    <a:cs typeface="Arial"/>
                    <a:sym typeface="Arial"/>
                    <a:rtl val="0"/>
                  </a:rPr>
                  <a:t>Mean ± SE (ind/cm², April–July)</a:t>
                </a:r>
              </a:p>
            </p:txBody>
          </p:sp>
          <p:sp>
            <p:nvSpPr>
              <p:cNvPr id="145" name="TextBox 144">
                <a:extLst>
                  <a:ext uri="{FF2B5EF4-FFF2-40B4-BE49-F238E27FC236}">
                    <a16:creationId xmlns:a16="http://schemas.microsoft.com/office/drawing/2014/main" id="{E3C565B8-D31A-A79B-34FD-993EDC6419D9}"/>
                  </a:ext>
                </a:extLst>
              </p:cNvPr>
              <p:cNvSpPr txBox="1"/>
              <p:nvPr/>
            </p:nvSpPr>
            <p:spPr>
              <a:xfrm>
                <a:off x="1966468" y="686319"/>
                <a:ext cx="4015843" cy="265457"/>
              </a:xfrm>
              <a:prstGeom prst="rect">
                <a:avLst/>
              </a:prstGeom>
              <a:noFill/>
            </p:spPr>
            <p:txBody>
              <a:bodyPr wrap="none" rtlCol="0">
                <a:spAutoFit/>
              </a:bodyPr>
              <a:lstStyle/>
              <a:p>
                <a:pPr algn="l"/>
                <a:r>
                  <a:rPr lang="en-GB" sz="1125" b="1" spc="0" baseline="0" dirty="0">
                    <a:ln/>
                    <a:solidFill>
                      <a:srgbClr val="000000"/>
                    </a:solidFill>
                    <a:latin typeface="Arial"/>
                    <a:cs typeface="Arial"/>
                    <a:sym typeface="Arial"/>
                    <a:rtl val="0"/>
                  </a:rPr>
                  <a:t>Blade Abundance by Taxon with Standard Error - </a:t>
                </a:r>
                <a:r>
                  <a:rPr lang="en-GB" sz="1125" b="1" spc="0" baseline="0" dirty="0" err="1">
                    <a:ln/>
                    <a:solidFill>
                      <a:srgbClr val="000000"/>
                    </a:solidFill>
                    <a:latin typeface="Arial"/>
                    <a:cs typeface="Arial"/>
                    <a:sym typeface="Arial"/>
                    <a:rtl val="0"/>
                  </a:rPr>
                  <a:t>Pabay</a:t>
                </a:r>
                <a:endParaRPr lang="en-GB" sz="1125" b="1" spc="0" baseline="0" dirty="0">
                  <a:ln/>
                  <a:solidFill>
                    <a:srgbClr val="000000"/>
                  </a:solidFill>
                  <a:latin typeface="Arial"/>
                  <a:cs typeface="Arial"/>
                  <a:sym typeface="Arial"/>
                  <a:rtl val="0"/>
                </a:endParaRPr>
              </a:p>
            </p:txBody>
          </p:sp>
        </p:grpSp>
      </p:grpSp>
    </p:spTree>
    <p:extLst>
      <p:ext uri="{BB962C8B-B14F-4D97-AF65-F5344CB8AC3E}">
        <p14:creationId xmlns:p14="http://schemas.microsoft.com/office/powerpoint/2010/main" val="2300011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9654</TotalTime>
  <Words>399</Words>
  <Application>Microsoft Office PowerPoint</Application>
  <PresentationFormat>Widescreen</PresentationFormat>
  <Paragraphs>86</Paragraphs>
  <Slides>4</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Calum Young (PGR)</dc:creator>
  <cp:lastModifiedBy>Calum Young (PGR)</cp:lastModifiedBy>
  <cp:revision>12</cp:revision>
  <dcterms:created xsi:type="dcterms:W3CDTF">2025-05-14T14:19:34Z</dcterms:created>
  <dcterms:modified xsi:type="dcterms:W3CDTF">2025-06-06T08:19:26Z</dcterms:modified>
</cp:coreProperties>
</file>